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1" r:id="rId4"/>
    <p:sldId id="262" r:id="rId5"/>
    <p:sldId id="264" r:id="rId6"/>
    <p:sldId id="266" r:id="rId7"/>
    <p:sldId id="263" r:id="rId8"/>
    <p:sldId id="265" r:id="rId9"/>
    <p:sldId id="271" r:id="rId10"/>
    <p:sldId id="269" r:id="rId11"/>
    <p:sldId id="279" r:id="rId12"/>
    <p:sldId id="270" r:id="rId13"/>
    <p:sldId id="277" r:id="rId14"/>
    <p:sldId id="272" r:id="rId15"/>
    <p:sldId id="275" r:id="rId16"/>
    <p:sldId id="276" r:id="rId17"/>
    <p:sldId id="267" r:id="rId18"/>
    <p:sldId id="281" r:id="rId19"/>
    <p:sldId id="280" r:id="rId20"/>
    <p:sldId id="274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C29A46-04F4-F36F-8C51-E7F6D134DA85}" name="samuele tomassacci" initials="st" userId="S::samuele.tomassacci@students.uniroma2.eu::f87816aa-1463-4cd6-96db-9501d22f6d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2FD"/>
    <a:srgbClr val="E7EDF7"/>
    <a:srgbClr val="011B7A"/>
    <a:srgbClr val="156082"/>
    <a:srgbClr val="650000"/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82721" autoAdjust="0"/>
  </p:normalViewPr>
  <p:slideViewPr>
    <p:cSldViewPr snapToGrid="0">
      <p:cViewPr>
        <p:scale>
          <a:sx n="93" d="100"/>
          <a:sy n="93" d="100"/>
        </p:scale>
        <p:origin x="190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3382182240278579E-2"/>
          <c:y val="0.13545460387463573"/>
          <c:w val="0.83509866511897857"/>
          <c:h val="0.72274845309866598"/>
        </c:manualLayout>
      </c:layout>
      <c:pie3D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Vendite</c:v>
                </c:pt>
              </c:strCache>
            </c:strRef>
          </c:tx>
          <c:explosion val="46"/>
          <c:dPt>
            <c:idx val="0"/>
            <c:bubble3D val="0"/>
            <c:explosion val="37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6A90-4ECB-9922-9B7614B0484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2-6A90-4ECB-9922-9B7614B0484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A90-4ECB-9922-9B7614B0484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A90-4ECB-9922-9B7614B04843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B-6A90-4ECB-9922-9B7614B04843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A-6A90-4ECB-9922-9B7614B04843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6A90-4ECB-9922-9B7614B04843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8-6A90-4ECB-9922-9B7614B04843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11-A9C3-43E6-8FB4-3A1534C4CCF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/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Foglio1!$A$2:$A$10</c:f>
              <c:strCache>
                <c:ptCount val="9"/>
                <c:pt idx="0">
                  <c:v>ccpd_base</c:v>
                </c:pt>
                <c:pt idx="1">
                  <c:v>ccpd_blur</c:v>
                </c:pt>
                <c:pt idx="2">
                  <c:v>ccpd_challenge</c:v>
                </c:pt>
                <c:pt idx="3">
                  <c:v>ccpd_db</c:v>
                </c:pt>
                <c:pt idx="4">
                  <c:v>ccpd_fn</c:v>
                </c:pt>
                <c:pt idx="5">
                  <c:v>ccpd_np</c:v>
                </c:pt>
                <c:pt idx="6">
                  <c:v>ccpd_rotate</c:v>
                </c:pt>
                <c:pt idx="7">
                  <c:v>ccpd_tilt</c:v>
                </c:pt>
                <c:pt idx="8">
                  <c:v>ccpd_weather</c:v>
                </c:pt>
              </c:strCache>
            </c:strRef>
          </c:cat>
          <c:val>
            <c:numRef>
              <c:f>Foglio1!$B$2:$B$10</c:f>
              <c:numCache>
                <c:formatCode>General</c:formatCode>
                <c:ptCount val="9"/>
                <c:pt idx="0">
                  <c:v>200000</c:v>
                </c:pt>
                <c:pt idx="1">
                  <c:v>20000</c:v>
                </c:pt>
                <c:pt idx="2">
                  <c:v>50000</c:v>
                </c:pt>
                <c:pt idx="3">
                  <c:v>10000</c:v>
                </c:pt>
                <c:pt idx="4">
                  <c:v>20000</c:v>
                </c:pt>
                <c:pt idx="5">
                  <c:v>3000</c:v>
                </c:pt>
                <c:pt idx="6">
                  <c:v>10000</c:v>
                </c:pt>
                <c:pt idx="7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90-4ECB-9922-9B7614B0484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84A6D-D020-4BCE-BA18-432D5082DFE8}" type="datetimeFigureOut">
              <a:rPr lang="en-GB" smtClean="0"/>
              <a:t>20/07/2025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FC6F0-C7DB-4CD9-BBE5-31B904A25355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4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18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BCB9-21F5-DAE5-A5FB-9ED0C13D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687F8D9-68E1-472F-BE77-C21C4A4DD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657BBB-B8BE-32B1-A99A-D7656A9C1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75E2D5-5598-3651-7FD9-97500B16C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16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B426-8AAE-36EA-452D-5E7BA676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787C1F-D365-6D3B-7008-9C8B647AB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001DF72-AFE9-FCF5-5C21-88CA570D0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25FD54-813D-5EF3-F44D-D369AD95B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772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3E21-0534-C8DB-5437-21CDE7831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6C32C5C-315C-EE34-BEBD-36408E903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689EA54-C3D8-C414-094A-42BB78B0A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7D7922-FEEE-46DC-781E-6B6A0F7EA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864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F395-1D0D-EA05-D679-A7E2D3FB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CB98C2-4EE9-0C32-DE14-818CB956D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2463C1-FCC8-32F1-F2B4-B4D9C92F2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98B297-BF47-CC2B-164D-C6778E914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119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50FA-5903-BBD7-55CD-61BB6930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6874EC-F697-F7E0-2362-7D4DA6479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F5407F9-05D9-8F35-3B40-646766CF8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30265C-6308-8B5D-E924-E323E9DCE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879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0388-AD38-12EA-291D-BEABA007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A4EEDD-19D0-44E9-27F2-71C387121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620F568-D725-E904-46E1-77E904B1B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E931D1-5E5B-C445-AB4F-3322B544D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119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53FB-0AFB-943E-35FD-022045A5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DF2FEC2-28E0-29AB-F973-DE3A14566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9140E8-4BDE-0C8A-4785-D79BAAAB1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1D901D-5931-237A-FA49-8ABBDEAE1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417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B978-A16B-61E2-9797-6887266E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F68CF66-A27B-621C-86F4-69944E862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37B0DD8-985A-EFB5-77E0-4B529E9A0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DDF246-FBF8-1B7D-60A4-C8D1587D6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889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D11A-28F4-6E41-9E19-C97D6B99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8EB6FCE-DBA7-D821-9410-CF82CCB5C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E898EC8-EB35-8ACE-CAB5-38FFF1276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14A885-AE62-2E89-4AD6-3D1FE3422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272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95763-3017-E898-7011-D742DE03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493561-A8F4-42C5-C75B-82B1EB6A4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3A237F-BBDF-EF86-F00D-EF92F844B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PDLPR pipeline, the cropped image of the plate is passed to the model: the </a:t>
            </a:r>
            <a:r>
              <a:rPr lang="en-US" b="1"/>
              <a:t>IGFE</a:t>
            </a:r>
            <a:r>
              <a:rPr lang="en-US"/>
              <a:t> extracts compact global visual features from the license plate image. The </a:t>
            </a:r>
            <a:r>
              <a:rPr lang="en-US" b="1"/>
              <a:t>Encoder</a:t>
            </a:r>
            <a:r>
              <a:rPr lang="en-US"/>
              <a:t> enriches these features with contextual information through attention mechanisms. The </a:t>
            </a:r>
            <a:r>
              <a:rPr lang="en-US" b="1"/>
              <a:t>Decoder</a:t>
            </a:r>
            <a:r>
              <a:rPr lang="en-US"/>
              <a:t> progressively generates the character sequence, predicting one character at a time based on the encoded features and previously generated tokens.</a:t>
            </a:r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55022A-8E8C-BDF3-5185-46B531FD0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061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5BBF-8518-5FE5-2346-5B657508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852F07-2146-98B5-C28E-A2278DAAA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0CF3FF9-67B1-2DDA-6F59-D5FEB4FBD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PDLPR pipeline, the cropped image of the plate is passed to the model: the </a:t>
            </a:r>
            <a:r>
              <a:rPr lang="en-US" b="1"/>
              <a:t>IGFE</a:t>
            </a:r>
            <a:r>
              <a:rPr lang="en-US"/>
              <a:t> extracts compact global visual features from the license plate image. The </a:t>
            </a:r>
            <a:r>
              <a:rPr lang="en-US" b="1"/>
              <a:t>Encoder</a:t>
            </a:r>
            <a:r>
              <a:rPr lang="en-US"/>
              <a:t> enriches these features with contextual information through attention mechanisms. The </a:t>
            </a:r>
            <a:r>
              <a:rPr lang="en-US" b="1"/>
              <a:t>Decoder</a:t>
            </a:r>
            <a:r>
              <a:rPr lang="en-US"/>
              <a:t> progressively generates the character sequence, predicting one character at a time based on the encoded features and previously generated tokens.</a:t>
            </a:r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A44FC8-0812-7E17-B3F4-7415784C1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7383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8605-AA5E-77E1-3B7F-E59C7DA8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835A3D-571F-7EEC-7F62-1BE8FC77A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8ED7C00-D109-5935-F72D-6636937A0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PDLPR pipeline, the cropped image of the plate is passed to the model: the </a:t>
            </a:r>
            <a:r>
              <a:rPr lang="en-US" b="1"/>
              <a:t>IGFE</a:t>
            </a:r>
            <a:r>
              <a:rPr lang="en-US"/>
              <a:t> extracts compact global visual features from the license plate image. The </a:t>
            </a:r>
            <a:r>
              <a:rPr lang="en-US" b="1"/>
              <a:t>Encoder</a:t>
            </a:r>
            <a:r>
              <a:rPr lang="en-US"/>
              <a:t> enriches these features with contextual information through attention mechanisms. The </a:t>
            </a:r>
            <a:r>
              <a:rPr lang="en-US" b="1"/>
              <a:t>Decoder</a:t>
            </a:r>
            <a:r>
              <a:rPr lang="en-US"/>
              <a:t> progressively generates the character sequence, predicting one character at a time based on the encoded features and previously generated tokens.</a:t>
            </a:r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EF248A-E72A-EEDF-526D-13C5133E7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06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0D86-C57D-0E4F-2944-C1B44136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E6F06F-85B5-DF6D-D2FF-9CC089BE9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C04CFC-F134-4D58-F369-31C8931D6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840B54-88C9-E2D6-1A84-C36F0B617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594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890A-E399-B4B7-C65C-F60CABEE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910D4F-DDCB-EC8C-75B5-5145B3209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872311B-ED6B-FD94-F02A-280E3B458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7AFC7B-9474-4AB6-2827-1DAF5752D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927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14F6C-49FB-A076-7ACB-4BFAFD38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5F7EAB-B0C4-0547-1653-1A419834A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0B2449-0BDE-DC08-5E2F-DDF7B76C3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543F9A-16B2-04F3-2D37-6DCF04B97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14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E758-416B-BE2E-747D-9CCDE6972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1239DD-2F23-C07F-77F3-04D9A8AD4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C63BF6-263C-4687-A529-6129ABCBB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5D42AD-7AD2-F28A-8937-39909C041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21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18BB-455C-3DEB-D670-2C1E82AD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AEC7BD4-EC55-4677-5856-427BF37A2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EB0E08-DBBC-78FB-9C55-BD8DE2895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7762EC-220F-CD33-8550-1A8170C83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224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F324-87B1-9629-69D7-AA889124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10F2BC7-22C2-133A-4FB0-6C165CBBE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D22B223-14BB-A1A0-A709-77A16EC72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F0F867D-29FD-4A41-AF06-DC77E6631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044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10B39-E2BE-38FF-5FCA-2A06D608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BD762BC-F4AC-5C96-C6B9-497B151E3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2DADB0-F18B-1AA1-917E-1742734D4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0AAFFF-1D7F-164B-635B-1F732D6E3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C6F0-C7DB-4CD9-BBE5-31B904A2535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04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B60234-6309-4A24-F729-4AA380452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EE18F06-1B1D-595E-8E5E-3365ACB8D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D4CF60-9369-4C72-FDF7-B5F9F95F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5FBA-6D91-4B2A-8F1F-DE09B8719F6B}" type="datetime1">
              <a:rPr lang="en-GB" smtClean="0"/>
              <a:t>20/07/2025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F0582-2608-5902-34F9-356528246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DAAD92-6856-2E81-AE52-F6D8BB5F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10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D4D336-64A0-1785-6D75-1593FADD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F676BE-031C-5713-4001-B1D9F997B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840DFD-5769-A65A-3DF5-889830AB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B40B-34B9-4030-A691-13A8A7036D01}" type="datetime1">
              <a:rPr lang="en-GB" smtClean="0"/>
              <a:t>20/07/2025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235D0A-725E-2E5C-181B-2204C31A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104C90-EC0A-C0C1-988D-33D5BE6E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81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AE5C6E-181B-02C5-3EC3-0AE42E54F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A80351-20F0-41F9-4B70-6B2C7ED3D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BC327E-8E7F-7793-DFF7-A7E5C0B2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9CB38-3308-42F6-8E4B-5BE3D4C5C190}" type="datetime1">
              <a:rPr lang="en-GB" smtClean="0"/>
              <a:t>20/07/2025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42459C-92AB-BEA0-D138-61A87C77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2AF278-FA66-301A-F649-BCCEA927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26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82D739-2E5E-B345-CAD4-30B5E7A4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8C3CF8-419C-273E-877B-1C4A5249D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6D1E56D-89DE-D95C-4C50-354E5161A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BDD1BE-A0E5-A141-4A0C-95D587E2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EBC05-03C7-4020-98E8-FA8ED053C1DA}" type="datetime1">
              <a:rPr lang="en-GB" smtClean="0"/>
              <a:t>20/07/2025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AEA224F-19AA-F4D0-040F-E95AB0D0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0AB7F9-A51C-86A4-7E09-9F2FAB98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88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24CF5E-2977-9F09-A305-92D9AEAF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C16AA3-41B6-694E-73AC-81E683C97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0346469-16ED-6937-836B-665C6B2DF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161BEA-0683-DA1F-9F7F-20C18AF01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A3FE063-31AE-C13C-C155-BB887AF95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8C77DC8-5CD2-2CA9-A4E9-C80D1F83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F1989-6AF1-41CF-B74A-1472D627A468}" type="datetime1">
              <a:rPr lang="en-GB" smtClean="0"/>
              <a:t>20/07/2025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977F856-33DA-ADE5-3DD0-82EFE914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712E7C5-45E1-31EB-246C-CEA0C50A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95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F9E1A-76BC-E596-739C-62F80AA7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42FE097-6C40-9150-58A9-95284990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058C-9803-4D05-8C9C-23AE3046445F}" type="datetime1">
              <a:rPr lang="en-GB" smtClean="0"/>
              <a:t>20/07/2025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50CB60C-04B8-5B4C-FE87-49410E64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E1F39AF-025A-317E-32F7-E5EB5E36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99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908B9C-A5EF-B682-F923-2CE5EBF2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CBD9E-63C0-4229-B022-070D03EA89DD}" type="datetime1">
              <a:rPr lang="en-GB" smtClean="0"/>
              <a:t>20/07/2025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16190FA-43A1-1D55-9A17-226D3131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152A5E-7A7B-EF29-E7EB-3EBCD48A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0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AA4733-26FC-D7A6-9D27-40AD9999E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898BEF-DB37-F9E5-D2E1-B054DACE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7F9B7D-99B1-F626-B1D5-8008D897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2F14E9-F8B1-B527-7D25-851AC021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D9B1F-1FBF-4F04-BF3E-06EC58589300}" type="datetime1">
              <a:rPr lang="en-GB" smtClean="0"/>
              <a:t>20/07/2025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4B8A275-A43A-0FF7-FB3B-543C387F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C3CB8FE-1FC4-8201-1A49-BD4D30CE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51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BF40EC-80F3-6C18-6ED2-B08CF202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4A7DA0-A9AA-A91A-B17E-817F072BB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115EF2C-DC27-3DDC-7BC3-9A98231F0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281BBD-991D-E944-4DE0-6C544734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5021C-AEA2-4262-B59B-7ABA527B1B87}" type="datetime1">
              <a:rPr lang="en-GB" smtClean="0"/>
              <a:t>20/07/2025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D94D65-5191-DCE4-1B85-4CF29801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68B8FED-C2E3-6857-062F-117FD1B4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813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9AB70-F9BA-7533-4833-56982E58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952C10F-80E0-43E3-26DE-E514533E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3FD291-C894-AC4D-79E1-DDF4B55A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EE284-27EC-44A1-82D4-2F00441A171A}" type="datetime1">
              <a:rPr lang="en-GB" smtClean="0"/>
              <a:t>20/07/2025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A4D284-9D91-6A13-FED4-C44AADEB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2EDD7D-DDDB-4829-A97D-78934760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50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25C82DB-ED52-A568-D365-05E99499D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3181276-B6C1-BC2C-27BC-DB56973D4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96981B-8690-1EBE-DC69-334EDAF4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24A07-32D5-4053-853E-849958CA187E}" type="datetime1">
              <a:rPr lang="en-GB" smtClean="0"/>
              <a:t>20/07/2025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354177-F75A-139A-E944-9A069350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751AC3-0850-E5F6-82A6-04B89083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78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37550B0-3D3D-3F30-7BB6-3CADB082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963218A-2F53-2138-1715-3AE8B73D3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F9CAA6-6E3A-2275-E939-F0749402A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8972C-3766-47F5-B439-1FA702207F39}" type="datetime1">
              <a:rPr lang="en-GB" smtClean="0"/>
              <a:t>20/07/2025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97BCC8-FE12-EA41-8D21-DB0484803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370F1A-8A72-934D-12D2-0F59521EA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DB65A-5B77-49A9-8A77-D1A9FDDCC81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87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1C903AB-F755-A4B5-2B21-29D3C17C55F9}"/>
              </a:ext>
            </a:extLst>
          </p:cNvPr>
          <p:cNvSpPr/>
          <p:nvPr/>
        </p:nvSpPr>
        <p:spPr>
          <a:xfrm>
            <a:off x="997676" y="1275053"/>
            <a:ext cx="10196648" cy="177145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73025" cmpd="dbl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/>
                </a:solidFill>
                <a:cs typeface="Times New Roman" panose="02020603050405020304" pitchFamily="18" charset="0"/>
              </a:rPr>
              <a:t>Car Plate recognition and reconstruction with Deep Learning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7A3970E-415D-2FF3-3147-EEA03F0D5985}"/>
              </a:ext>
            </a:extLst>
          </p:cNvPr>
          <p:cNvSpPr txBox="1"/>
          <p:nvPr/>
        </p:nvSpPr>
        <p:spPr>
          <a:xfrm>
            <a:off x="933254" y="3940825"/>
            <a:ext cx="30609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 err="1">
                <a:cs typeface="Times New Roman" panose="02020603050405020304" pitchFamily="18" charset="0"/>
              </a:rPr>
              <a:t>Samuele</a:t>
            </a:r>
            <a:r>
              <a:rPr lang="en-GB" sz="2000" b="1">
                <a:cs typeface="Times New Roman" panose="02020603050405020304" pitchFamily="18" charset="0"/>
              </a:rPr>
              <a:t> Tomassacci </a:t>
            </a:r>
          </a:p>
          <a:p>
            <a:pPr algn="just"/>
            <a:r>
              <a:rPr lang="en-GB" sz="2000" b="1">
                <a:cs typeface="Times New Roman" panose="02020603050405020304" pitchFamily="18" charset="0"/>
              </a:rPr>
              <a:t>Lorenzo </a:t>
            </a:r>
            <a:r>
              <a:rPr lang="en-GB" sz="2000" b="1" err="1">
                <a:cs typeface="Times New Roman" panose="02020603050405020304" pitchFamily="18" charset="0"/>
              </a:rPr>
              <a:t>Benucci</a:t>
            </a:r>
            <a:endParaRPr lang="en-GB" sz="2000" b="1">
              <a:cs typeface="Times New Roman" panose="02020603050405020304" pitchFamily="18" charset="0"/>
            </a:endParaRPr>
          </a:p>
          <a:p>
            <a:pPr algn="just"/>
            <a:r>
              <a:rPr lang="en-GB" sz="2000" b="1">
                <a:cs typeface="Times New Roman" panose="02020603050405020304" pitchFamily="18" charset="0"/>
              </a:rPr>
              <a:t>Giuseppe D’Addario</a:t>
            </a:r>
          </a:p>
        </p:txBody>
      </p:sp>
      <p:pic>
        <p:nvPicPr>
          <p:cNvPr id="2050" name="Picture 2" descr="Vehicle registration plates of China - Wikipedia">
            <a:extLst>
              <a:ext uri="{FF2B5EF4-FFF2-40B4-BE49-F238E27FC236}">
                <a16:creationId xmlns:a16="http://schemas.microsoft.com/office/drawing/2014/main" id="{20A28338-6D46-813A-A555-76B425DA2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63066">
            <a:off x="8542388" y="4749110"/>
            <a:ext cx="2902148" cy="97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lav's Chinese license plates - Number plates of China">
            <a:extLst>
              <a:ext uri="{FF2B5EF4-FFF2-40B4-BE49-F238E27FC236}">
                <a16:creationId xmlns:a16="http://schemas.microsoft.com/office/drawing/2014/main" id="{FD329666-07D6-FD30-7305-F637F748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31665">
            <a:off x="8704949" y="3583913"/>
            <a:ext cx="2577027" cy="930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ina">
            <a:extLst>
              <a:ext uri="{FF2B5EF4-FFF2-40B4-BE49-F238E27FC236}">
                <a16:creationId xmlns:a16="http://schemas.microsoft.com/office/drawing/2014/main" id="{DE96F104-39A2-05F3-71D9-E36C6FE0F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1" t="19290" r="4647" b="30625"/>
          <a:stretch>
            <a:fillRect/>
          </a:stretch>
        </p:blipFill>
        <p:spPr bwMode="auto">
          <a:xfrm rot="21162828">
            <a:off x="6439350" y="3982682"/>
            <a:ext cx="2564471" cy="81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at Do Chinese License Plates Look Like | The Chairman's Bao">
            <a:extLst>
              <a:ext uri="{FF2B5EF4-FFF2-40B4-BE49-F238E27FC236}">
                <a16:creationId xmlns:a16="http://schemas.microsoft.com/office/drawing/2014/main" id="{8AD4949A-0CF9-8A76-D047-801D0E786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49601">
            <a:off x="7191165" y="4571602"/>
            <a:ext cx="28575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585B0DFF-4AB6-C98A-BA1D-C9EE9842EFBA}"/>
              </a:ext>
            </a:extLst>
          </p:cNvPr>
          <p:cNvCxnSpPr>
            <a:cxnSpLocks/>
          </p:cNvCxnSpPr>
          <p:nvPr/>
        </p:nvCxnSpPr>
        <p:spPr>
          <a:xfrm>
            <a:off x="933254" y="848002"/>
            <a:ext cx="9429431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D89E0A7-2CA3-03BF-9045-838388652A49}"/>
              </a:ext>
            </a:extLst>
          </p:cNvPr>
          <p:cNvSpPr txBox="1"/>
          <p:nvPr/>
        </p:nvSpPr>
        <p:spPr>
          <a:xfrm>
            <a:off x="426719" y="458372"/>
            <a:ext cx="462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cs typeface="Times New Roman" panose="02020603050405020304" pitchFamily="18" charset="0"/>
              </a:rPr>
              <a:t>Computer Vision course 2024-2025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B1A65EA9-7454-FE4C-B6BC-EA85457C6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5641">
            <a:off x="9091479" y="5281859"/>
            <a:ext cx="2542412" cy="814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8C41B35-39E5-A2A3-7680-AE655AB0FEAE}"/>
              </a:ext>
            </a:extLst>
          </p:cNvPr>
          <p:cNvSpPr txBox="1"/>
          <p:nvPr/>
        </p:nvSpPr>
        <p:spPr>
          <a:xfrm>
            <a:off x="3735661" y="3934587"/>
            <a:ext cx="14234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>
                <a:cs typeface="Times New Roman" panose="02020603050405020304" pitchFamily="18" charset="0"/>
              </a:rPr>
              <a:t>22126267</a:t>
            </a:r>
          </a:p>
          <a:p>
            <a:pPr algn="just"/>
            <a:r>
              <a:rPr lang="en-GB" sz="2000" b="1">
                <a:cs typeface="Times New Roman" panose="02020603050405020304" pitchFamily="18" charset="0"/>
              </a:rPr>
              <a:t>2219690</a:t>
            </a:r>
          </a:p>
          <a:p>
            <a:pPr algn="just"/>
            <a:r>
              <a:rPr lang="en-GB" sz="2000" b="1">
                <a:cs typeface="Times New Roman" panose="02020603050405020304" pitchFamily="18" charset="0"/>
              </a:rPr>
              <a:t>2177530</a:t>
            </a:r>
          </a:p>
          <a:p>
            <a:pPr algn="just"/>
            <a:endParaRPr lang="en-GB" sz="2000" b="1">
              <a:cs typeface="Times New Roman" panose="02020603050405020304" pitchFamily="18" charset="0"/>
            </a:endParaRPr>
          </a:p>
          <a:p>
            <a:pPr algn="just"/>
            <a:endParaRPr lang="en-GB" sz="2000" b="1">
              <a:cs typeface="Times New Roman" panose="02020603050405020304" pitchFamily="18" charset="0"/>
            </a:endParaRP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975010AE-AC05-2A7D-B664-E83E2308A88F}"/>
              </a:ext>
            </a:extLst>
          </p:cNvPr>
          <p:cNvCxnSpPr>
            <a:cxnSpLocks/>
          </p:cNvCxnSpPr>
          <p:nvPr/>
        </p:nvCxnSpPr>
        <p:spPr>
          <a:xfrm>
            <a:off x="3599381" y="4031834"/>
            <a:ext cx="0" cy="833644"/>
          </a:xfrm>
          <a:prstGeom prst="lin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Immagine 24" descr="Immagine che contiene logo, Elementi grafici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7E83FA28-7CB9-F3E8-FC00-840A8B9F12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06" b="34553"/>
          <a:stretch/>
        </p:blipFill>
        <p:spPr>
          <a:xfrm>
            <a:off x="997676" y="5234502"/>
            <a:ext cx="3256592" cy="101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2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6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672A2-B4F3-535D-2B54-55FE0272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669A6A07-D502-D83D-4B54-69AF0B151996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 dirty="0">
                <a:cs typeface="Times New Roman" panose="02020603050405020304" pitchFamily="18" charset="0"/>
              </a:rPr>
              <a:t>	</a:t>
            </a:r>
            <a:r>
              <a:rPr lang="en-GB" sz="3200" b="1" noProof="0" dirty="0"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0CF5AFD-1567-5E91-CD32-856CBB52B18A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2</a:t>
            </a:r>
            <a:endParaRPr lang="en-GB" noProof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572EEFE-4582-E3F6-C628-2B2BE0FA71B6}"/>
              </a:ext>
            </a:extLst>
          </p:cNvPr>
          <p:cNvSpPr txBox="1"/>
          <p:nvPr/>
        </p:nvSpPr>
        <p:spPr>
          <a:xfrm>
            <a:off x="1020617" y="1443841"/>
            <a:ext cx="64469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Metrics and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075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3E8BC-1DE4-5FF0-40E6-BBF18317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81C70C2E-B182-0EBA-4288-912E35236B27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pic>
        <p:nvPicPr>
          <p:cNvPr id="14" name="Immagine 13" descr="Immagine che contiene testo, veicolo, Veicolo terrestre, Targa di veicolo&#10;&#10;Il contenuto generato dall'IA potrebbe non essere corretto.">
            <a:extLst>
              <a:ext uri="{FF2B5EF4-FFF2-40B4-BE49-F238E27FC236}">
                <a16:creationId xmlns:a16="http://schemas.microsoft.com/office/drawing/2014/main" id="{DC2061C3-54A0-5E55-0243-EBAC3C725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40" y="1772726"/>
            <a:ext cx="2131782" cy="3434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2A45B78-8C65-A1C1-702A-4A0A41FA49FF}"/>
              </a:ext>
            </a:extLst>
          </p:cNvPr>
          <p:cNvSpPr txBox="1"/>
          <p:nvPr/>
        </p:nvSpPr>
        <p:spPr>
          <a:xfrm>
            <a:off x="2333336" y="977597"/>
            <a:ext cx="7525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Given the image of a car, extract the text of the license plate</a:t>
            </a:r>
          </a:p>
        </p:txBody>
      </p:sp>
      <p:pic>
        <p:nvPicPr>
          <p:cNvPr id="18" name="Immagine 17" descr="Immagine che contiene testo, veicolo, Veicolo terrestre, Targa di veicolo&#10;&#10;Il contenuto generato dall'IA potrebbe non essere corretto.">
            <a:extLst>
              <a:ext uri="{FF2B5EF4-FFF2-40B4-BE49-F238E27FC236}">
                <a16:creationId xmlns:a16="http://schemas.microsoft.com/office/drawing/2014/main" id="{60E7D0F9-FCB1-042D-CC2C-16D16D2F8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3" t="37797" r="44276" b="54540"/>
          <a:stretch>
            <a:fillRect/>
          </a:stretch>
        </p:blipFill>
        <p:spPr>
          <a:xfrm>
            <a:off x="5187126" y="2741928"/>
            <a:ext cx="2131782" cy="1034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0"/>
          </a:effectLst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B99A0DB-9CCF-89EC-AF8C-9B4912EB1C3C}"/>
              </a:ext>
            </a:extLst>
          </p:cNvPr>
          <p:cNvSpPr txBox="1"/>
          <p:nvPr/>
        </p:nvSpPr>
        <p:spPr>
          <a:xfrm>
            <a:off x="9408800" y="3020944"/>
            <a:ext cx="227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it-IT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皖</a:t>
            </a:r>
            <a:r>
              <a:rPr lang="it-IT" altLang="ja-JP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WA062</a:t>
            </a:r>
            <a:endParaRPr 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reccia a destra 22">
            <a:extLst>
              <a:ext uri="{FF2B5EF4-FFF2-40B4-BE49-F238E27FC236}">
                <a16:creationId xmlns:a16="http://schemas.microsoft.com/office/drawing/2014/main" id="{E314D0F2-2E8B-C76E-DD7C-6CB42B841C6D}"/>
              </a:ext>
            </a:extLst>
          </p:cNvPr>
          <p:cNvSpPr/>
          <p:nvPr/>
        </p:nvSpPr>
        <p:spPr>
          <a:xfrm>
            <a:off x="3490918" y="3020945"/>
            <a:ext cx="848412" cy="46166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32353783-25B0-A7F8-CDE8-5A32EBAA1012}"/>
              </a:ext>
            </a:extLst>
          </p:cNvPr>
          <p:cNvSpPr/>
          <p:nvPr/>
        </p:nvSpPr>
        <p:spPr>
          <a:xfrm>
            <a:off x="8141424" y="3009161"/>
            <a:ext cx="848412" cy="46166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4A94569-4F18-D3BD-CE6A-1365CB5DC4F2}"/>
              </a:ext>
            </a:extLst>
          </p:cNvPr>
          <p:cNvSpPr txBox="1"/>
          <p:nvPr/>
        </p:nvSpPr>
        <p:spPr>
          <a:xfrm>
            <a:off x="2918574" y="2612156"/>
            <a:ext cx="1844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BBE6174-D048-F921-8941-720D890BF8D8}"/>
              </a:ext>
            </a:extLst>
          </p:cNvPr>
          <p:cNvSpPr txBox="1"/>
          <p:nvPr/>
        </p:nvSpPr>
        <p:spPr>
          <a:xfrm>
            <a:off x="7643303" y="2546703"/>
            <a:ext cx="1844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36FF673-B867-A643-90FB-D79D501274BA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C255339-52D8-D3BD-4EB5-D889A872BC3A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3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4181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1CD17-B1AD-54BA-BC81-E750432F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688B191-7C64-2F9A-F1DA-9DE597B9A7DD}"/>
              </a:ext>
            </a:extLst>
          </p:cNvPr>
          <p:cNvSpPr txBox="1"/>
          <p:nvPr/>
        </p:nvSpPr>
        <p:spPr>
          <a:xfrm>
            <a:off x="782458" y="910055"/>
            <a:ext cx="10213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CCPD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(Chinese City Parking Dataset)</a:t>
            </a:r>
          </a:p>
          <a:p>
            <a:pPr algn="ctr"/>
            <a:endParaRPr 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300k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images of Chinese cars taken by parking fee collectors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 different lighting conditions, various weather conditions, and from different positions.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Grafico 15">
            <a:extLst>
              <a:ext uri="{FF2B5EF4-FFF2-40B4-BE49-F238E27FC236}">
                <a16:creationId xmlns:a16="http://schemas.microsoft.com/office/drawing/2014/main" id="{452CD314-F386-3DA1-E6C7-C404032730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9819472"/>
              </p:ext>
            </p:extLst>
          </p:nvPr>
        </p:nvGraphicFramePr>
        <p:xfrm>
          <a:off x="2850220" y="2464811"/>
          <a:ext cx="6078324" cy="4626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39B4950E-F409-7D66-40F4-3443999D4C2D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0B55AF3-1FEF-D483-D371-13FDD93F96F1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550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768FF-0005-22DD-88E8-16E06185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E53B9167-E9C5-E36E-98E5-406443826AC0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4293F6B-5E0B-84DA-3896-FCD80A901384}"/>
              </a:ext>
            </a:extLst>
          </p:cNvPr>
          <p:cNvSpPr txBox="1"/>
          <p:nvPr/>
        </p:nvSpPr>
        <p:spPr>
          <a:xfrm>
            <a:off x="-395530" y="3228945"/>
            <a:ext cx="12983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025 - 95_113 - 154&amp;383_386&amp;473 - 386&amp;473_177&amp;454_154&amp;383_363&amp;402 - 0_0_22_27_27_33_16 – 37 - 15</a:t>
            </a:r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.jpg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F1F9B2D7-699A-195B-7A22-88D4FD68E38F}"/>
              </a:ext>
            </a:extLst>
          </p:cNvPr>
          <p:cNvGrpSpPr/>
          <p:nvPr/>
        </p:nvGrpSpPr>
        <p:grpSpPr>
          <a:xfrm>
            <a:off x="-38902" y="3644988"/>
            <a:ext cx="786384" cy="1134106"/>
            <a:chOff x="360669" y="3643544"/>
            <a:chExt cx="786384" cy="1134106"/>
          </a:xfrm>
        </p:grpSpPr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0CD6D8BD-38AD-9124-765D-62696C9E1428}"/>
                </a:ext>
              </a:extLst>
            </p:cNvPr>
            <p:cNvGrpSpPr/>
            <p:nvPr/>
          </p:nvGrpSpPr>
          <p:grpSpPr>
            <a:xfrm>
              <a:off x="606990" y="3643544"/>
              <a:ext cx="311620" cy="790492"/>
              <a:chOff x="606990" y="3643544"/>
              <a:chExt cx="311620" cy="790492"/>
            </a:xfrm>
          </p:grpSpPr>
          <p:sp>
            <p:nvSpPr>
              <p:cNvPr id="14" name="Parentesi quadra chiusa 13">
                <a:extLst>
                  <a:ext uri="{FF2B5EF4-FFF2-40B4-BE49-F238E27FC236}">
                    <a16:creationId xmlns:a16="http://schemas.microsoft.com/office/drawing/2014/main" id="{716DE34C-9A02-C951-CF78-C9FD565F5C77}"/>
                  </a:ext>
                </a:extLst>
              </p:cNvPr>
              <p:cNvSpPr/>
              <p:nvPr/>
            </p:nvSpPr>
            <p:spPr>
              <a:xfrm rot="5400000">
                <a:off x="704645" y="3545889"/>
                <a:ext cx="116309" cy="311620"/>
              </a:xfrm>
              <a:prstGeom prst="rightBracket">
                <a:avLst/>
              </a:prstGeom>
              <a:ln w="28575"/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4" name="Connettore 2 23">
                <a:extLst>
                  <a:ext uri="{FF2B5EF4-FFF2-40B4-BE49-F238E27FC236}">
                    <a16:creationId xmlns:a16="http://schemas.microsoft.com/office/drawing/2014/main" id="{EAEA83CE-5F8F-9D30-DA99-4FE993CA7E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799" y="3872674"/>
                <a:ext cx="0" cy="56136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2289C227-5D75-39E1-C7DD-77C7EAF614A5}"/>
                </a:ext>
              </a:extLst>
            </p:cNvPr>
            <p:cNvSpPr txBox="1"/>
            <p:nvPr/>
          </p:nvSpPr>
          <p:spPr>
            <a:xfrm>
              <a:off x="360669" y="4408318"/>
              <a:ext cx="786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Area</a:t>
              </a: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D198E0A8-E37C-BE33-B7A8-4F8FE18FD992}"/>
              </a:ext>
            </a:extLst>
          </p:cNvPr>
          <p:cNvGrpSpPr/>
          <p:nvPr/>
        </p:nvGrpSpPr>
        <p:grpSpPr>
          <a:xfrm>
            <a:off x="406757" y="2154537"/>
            <a:ext cx="1422617" cy="1113605"/>
            <a:chOff x="695201" y="2115337"/>
            <a:chExt cx="1422617" cy="1113605"/>
          </a:xfrm>
        </p:grpSpPr>
        <p:sp>
          <p:nvSpPr>
            <p:cNvPr id="15" name="Parentesi quadra chiusa 14">
              <a:extLst>
                <a:ext uri="{FF2B5EF4-FFF2-40B4-BE49-F238E27FC236}">
                  <a16:creationId xmlns:a16="http://schemas.microsoft.com/office/drawing/2014/main" id="{FE2AD43E-D0B4-4966-585F-97879765CE71}"/>
                </a:ext>
              </a:extLst>
            </p:cNvPr>
            <p:cNvSpPr/>
            <p:nvPr/>
          </p:nvSpPr>
          <p:spPr>
            <a:xfrm rot="16200000">
              <a:off x="1347389" y="2820680"/>
              <a:ext cx="118242" cy="698281"/>
            </a:xfrm>
            <a:prstGeom prst="rightBracket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" name="Connettore 2 29">
              <a:extLst>
                <a:ext uri="{FF2B5EF4-FFF2-40B4-BE49-F238E27FC236}">
                  <a16:creationId xmlns:a16="http://schemas.microsoft.com/office/drawing/2014/main" id="{64F94F24-D27E-016B-2717-EF5738F96F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6510" y="2528506"/>
              <a:ext cx="0" cy="50901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0B5666BC-B10E-2FEA-A1C6-57969E01A32B}"/>
                </a:ext>
              </a:extLst>
            </p:cNvPr>
            <p:cNvSpPr txBox="1"/>
            <p:nvPr/>
          </p:nvSpPr>
          <p:spPr>
            <a:xfrm>
              <a:off x="695201" y="2115337"/>
              <a:ext cx="1422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latin typeface="Times New Roman" panose="02020603050405020304" pitchFamily="18" charset="0"/>
                  <a:cs typeface="Times New Roman" panose="02020603050405020304" pitchFamily="18" charset="0"/>
                </a:rPr>
                <a:t>Tilt degree</a:t>
              </a: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B3CA9D55-65F9-1819-D38B-4F7E6062B1DF}"/>
              </a:ext>
            </a:extLst>
          </p:cNvPr>
          <p:cNvGrpSpPr/>
          <p:nvPr/>
        </p:nvGrpSpPr>
        <p:grpSpPr>
          <a:xfrm>
            <a:off x="1733183" y="3672893"/>
            <a:ext cx="2058230" cy="1391353"/>
            <a:chOff x="1981998" y="3672893"/>
            <a:chExt cx="2058230" cy="1391353"/>
          </a:xfrm>
        </p:grpSpPr>
        <p:sp>
          <p:nvSpPr>
            <p:cNvPr id="16" name="Parentesi quadra chiusa 15">
              <a:extLst>
                <a:ext uri="{FF2B5EF4-FFF2-40B4-BE49-F238E27FC236}">
                  <a16:creationId xmlns:a16="http://schemas.microsoft.com/office/drawing/2014/main" id="{9FB8775C-2B6D-BBC4-BF2F-8785A54C6104}"/>
                </a:ext>
              </a:extLst>
            </p:cNvPr>
            <p:cNvSpPr/>
            <p:nvPr/>
          </p:nvSpPr>
          <p:spPr>
            <a:xfrm rot="5400000">
              <a:off x="2988253" y="2666638"/>
              <a:ext cx="45719" cy="2058230"/>
            </a:xfrm>
            <a:prstGeom prst="rightBracket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B8C25376-80A9-9EBF-DAF9-4E2ACE122000}"/>
                </a:ext>
              </a:extLst>
            </p:cNvPr>
            <p:cNvCxnSpPr>
              <a:cxnSpLocks/>
            </p:cNvCxnSpPr>
            <p:nvPr/>
          </p:nvCxnSpPr>
          <p:spPr>
            <a:xfrm>
              <a:off x="3002716" y="3851603"/>
              <a:ext cx="0" cy="56136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20D7D4E7-2CB6-DF16-B65E-D03D35C7413A}"/>
                </a:ext>
              </a:extLst>
            </p:cNvPr>
            <p:cNvSpPr txBox="1"/>
            <p:nvPr/>
          </p:nvSpPr>
          <p:spPr>
            <a:xfrm>
              <a:off x="2041472" y="4417915"/>
              <a:ext cx="19224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Bounding box coordinates</a:t>
              </a: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1D564CD0-D012-3A73-BCB0-033583E3AB3F}"/>
              </a:ext>
            </a:extLst>
          </p:cNvPr>
          <p:cNvGrpSpPr/>
          <p:nvPr/>
        </p:nvGrpSpPr>
        <p:grpSpPr>
          <a:xfrm>
            <a:off x="4008535" y="2069803"/>
            <a:ext cx="4184469" cy="1190370"/>
            <a:chOff x="4054278" y="2047517"/>
            <a:chExt cx="4184469" cy="1190370"/>
          </a:xfrm>
        </p:grpSpPr>
        <p:sp>
          <p:nvSpPr>
            <p:cNvPr id="17" name="Parentesi quadra chiusa 16">
              <a:extLst>
                <a:ext uri="{FF2B5EF4-FFF2-40B4-BE49-F238E27FC236}">
                  <a16:creationId xmlns:a16="http://schemas.microsoft.com/office/drawing/2014/main" id="{A83BB53C-2A00-7BFB-A24A-74DBB0399ED5}"/>
                </a:ext>
              </a:extLst>
            </p:cNvPr>
            <p:cNvSpPr/>
            <p:nvPr/>
          </p:nvSpPr>
          <p:spPr>
            <a:xfrm rot="16200000">
              <a:off x="6087392" y="1086532"/>
              <a:ext cx="118241" cy="4184469"/>
            </a:xfrm>
            <a:prstGeom prst="rightBracket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Connettore 2 33">
              <a:extLst>
                <a:ext uri="{FF2B5EF4-FFF2-40B4-BE49-F238E27FC236}">
                  <a16:creationId xmlns:a16="http://schemas.microsoft.com/office/drawing/2014/main" id="{2CCF5761-34AB-5B36-52FD-B0A378B7B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3018" y="2528506"/>
              <a:ext cx="0" cy="50901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C920CDF0-8748-07A2-1843-F7313CCD8CC1}"/>
                </a:ext>
              </a:extLst>
            </p:cNvPr>
            <p:cNvSpPr txBox="1"/>
            <p:nvPr/>
          </p:nvSpPr>
          <p:spPr>
            <a:xfrm>
              <a:off x="4878394" y="2047517"/>
              <a:ext cx="2749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Four vertices locations</a:t>
              </a:r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8A7490EC-4A91-2117-878C-6B8049DAFC71}"/>
              </a:ext>
            </a:extLst>
          </p:cNvPr>
          <p:cNvGrpSpPr/>
          <p:nvPr/>
        </p:nvGrpSpPr>
        <p:grpSpPr>
          <a:xfrm>
            <a:off x="8543984" y="3654620"/>
            <a:ext cx="2184976" cy="1396181"/>
            <a:chOff x="8458640" y="3655981"/>
            <a:chExt cx="2184976" cy="1396181"/>
          </a:xfrm>
        </p:grpSpPr>
        <p:sp>
          <p:nvSpPr>
            <p:cNvPr id="18" name="Parentesi quadra chiusa 17">
              <a:extLst>
                <a:ext uri="{FF2B5EF4-FFF2-40B4-BE49-F238E27FC236}">
                  <a16:creationId xmlns:a16="http://schemas.microsoft.com/office/drawing/2014/main" id="{12F52134-F73E-7C47-0C8D-A41F6DB4FD54}"/>
                </a:ext>
              </a:extLst>
            </p:cNvPr>
            <p:cNvSpPr/>
            <p:nvPr/>
          </p:nvSpPr>
          <p:spPr>
            <a:xfrm rot="5400000">
              <a:off x="9520273" y="2594348"/>
              <a:ext cx="61710" cy="2184976"/>
            </a:xfrm>
            <a:prstGeom prst="rightBracket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8" name="Connettore 2 27">
              <a:extLst>
                <a:ext uri="{FF2B5EF4-FFF2-40B4-BE49-F238E27FC236}">
                  <a16:creationId xmlns:a16="http://schemas.microsoft.com/office/drawing/2014/main" id="{C7936D69-E8F5-0219-CD7A-C1AB1045D5CB}"/>
                </a:ext>
              </a:extLst>
            </p:cNvPr>
            <p:cNvCxnSpPr>
              <a:cxnSpLocks/>
            </p:cNvCxnSpPr>
            <p:nvPr/>
          </p:nvCxnSpPr>
          <p:spPr>
            <a:xfrm>
              <a:off x="9559011" y="3874118"/>
              <a:ext cx="0" cy="56136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7A67B996-574F-7556-4D0E-2496F1F9E140}"/>
                </a:ext>
              </a:extLst>
            </p:cNvPr>
            <p:cNvSpPr txBox="1"/>
            <p:nvPr/>
          </p:nvSpPr>
          <p:spPr>
            <a:xfrm>
              <a:off x="8632239" y="4405831"/>
              <a:ext cx="18535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License plate number</a:t>
              </a:r>
            </a:p>
          </p:txBody>
        </p: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41B11C25-EAEB-A091-ACEB-C33235B3CDF5}"/>
              </a:ext>
            </a:extLst>
          </p:cNvPr>
          <p:cNvGrpSpPr/>
          <p:nvPr/>
        </p:nvGrpSpPr>
        <p:grpSpPr>
          <a:xfrm>
            <a:off x="10331121" y="2152642"/>
            <a:ext cx="1605858" cy="1120672"/>
            <a:chOff x="10073543" y="2139500"/>
            <a:chExt cx="1605858" cy="1120672"/>
          </a:xfrm>
        </p:grpSpPr>
        <p:sp>
          <p:nvSpPr>
            <p:cNvPr id="19" name="Parentesi quadra chiusa 18">
              <a:extLst>
                <a:ext uri="{FF2B5EF4-FFF2-40B4-BE49-F238E27FC236}">
                  <a16:creationId xmlns:a16="http://schemas.microsoft.com/office/drawing/2014/main" id="{B6F98D73-4DC5-F5F2-C9B5-DF3A0574F5A1}"/>
                </a:ext>
              </a:extLst>
            </p:cNvPr>
            <p:cNvSpPr/>
            <p:nvPr/>
          </p:nvSpPr>
          <p:spPr>
            <a:xfrm rot="16200000">
              <a:off x="10831988" y="3046208"/>
              <a:ext cx="116309" cy="311620"/>
            </a:xfrm>
            <a:prstGeom prst="rightBracket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" name="Connettore 2 38">
              <a:extLst>
                <a:ext uri="{FF2B5EF4-FFF2-40B4-BE49-F238E27FC236}">
                  <a16:creationId xmlns:a16="http://schemas.microsoft.com/office/drawing/2014/main" id="{E95F160D-3250-2C60-53DD-3EECA43D4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472" y="2528506"/>
              <a:ext cx="0" cy="50901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6" name="CasellaDiTesto 45">
              <a:extLst>
                <a:ext uri="{FF2B5EF4-FFF2-40B4-BE49-F238E27FC236}">
                  <a16:creationId xmlns:a16="http://schemas.microsoft.com/office/drawing/2014/main" id="{82F3E248-3512-3405-9652-74A34F5F1663}"/>
                </a:ext>
              </a:extLst>
            </p:cNvPr>
            <p:cNvSpPr txBox="1"/>
            <p:nvPr/>
          </p:nvSpPr>
          <p:spPr>
            <a:xfrm>
              <a:off x="10073543" y="2139500"/>
              <a:ext cx="1605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Brightness</a:t>
              </a:r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29125D23-BCFC-676E-881E-F3D6684F1216}"/>
              </a:ext>
            </a:extLst>
          </p:cNvPr>
          <p:cNvGrpSpPr/>
          <p:nvPr/>
        </p:nvGrpSpPr>
        <p:grpSpPr>
          <a:xfrm>
            <a:off x="11074753" y="3625853"/>
            <a:ext cx="1133856" cy="1153241"/>
            <a:chOff x="10728960" y="3629056"/>
            <a:chExt cx="1133856" cy="1153241"/>
          </a:xfrm>
        </p:grpSpPr>
        <p:sp>
          <p:nvSpPr>
            <p:cNvPr id="20" name="Parentesi quadra chiusa 19">
              <a:extLst>
                <a:ext uri="{FF2B5EF4-FFF2-40B4-BE49-F238E27FC236}">
                  <a16:creationId xmlns:a16="http://schemas.microsoft.com/office/drawing/2014/main" id="{ACD3F999-9B93-4A59-2005-0EB921D86855}"/>
                </a:ext>
              </a:extLst>
            </p:cNvPr>
            <p:cNvSpPr/>
            <p:nvPr/>
          </p:nvSpPr>
          <p:spPr>
            <a:xfrm rot="5400000">
              <a:off x="11246165" y="3515787"/>
              <a:ext cx="85084" cy="311621"/>
            </a:xfrm>
            <a:prstGeom prst="rightBracket">
              <a:avLst/>
            </a:prstGeom>
            <a:ln w="28575"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Connettore 2 28">
              <a:extLst>
                <a:ext uri="{FF2B5EF4-FFF2-40B4-BE49-F238E27FC236}">
                  <a16:creationId xmlns:a16="http://schemas.microsoft.com/office/drawing/2014/main" id="{AA74195C-0F88-ABEC-593F-53C507DCE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01698" y="3851603"/>
              <a:ext cx="0" cy="56136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81DA84F8-5028-90A8-198B-FD84513630BC}"/>
                </a:ext>
              </a:extLst>
            </p:cNvPr>
            <p:cNvSpPr txBox="1"/>
            <p:nvPr/>
          </p:nvSpPr>
          <p:spPr>
            <a:xfrm>
              <a:off x="10728960" y="4412965"/>
              <a:ext cx="1133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Blurriness</a:t>
              </a:r>
            </a:p>
          </p:txBody>
        </p:sp>
      </p:grpSp>
      <p:sp>
        <p:nvSpPr>
          <p:cNvPr id="6" name="Rettangolo 5">
            <a:extLst>
              <a:ext uri="{FF2B5EF4-FFF2-40B4-BE49-F238E27FC236}">
                <a16:creationId xmlns:a16="http://schemas.microsoft.com/office/drawing/2014/main" id="{BCC33489-2429-04AC-1129-F326934655E6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61B54FB-7A0D-35FF-0056-C36476BC0ADA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5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0318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19A74-A12D-1163-F4F6-F383375E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8A49F3A1-60AC-4D9C-582B-863E3DA6738D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A7B619-D7DA-FE73-AC0D-60AD5D34EC3F}"/>
              </a:ext>
            </a:extLst>
          </p:cNvPr>
          <p:cNvSpPr txBox="1"/>
          <p:nvPr/>
        </p:nvSpPr>
        <p:spPr>
          <a:xfrm>
            <a:off x="3989070" y="2844225"/>
            <a:ext cx="4701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0_0_22_27_27_33_16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78C87B9-7E39-79D3-BD27-A53A5A2F99F2}"/>
              </a:ext>
            </a:extLst>
          </p:cNvPr>
          <p:cNvSpPr txBox="1"/>
          <p:nvPr/>
        </p:nvSpPr>
        <p:spPr>
          <a:xfrm>
            <a:off x="940292" y="4220140"/>
            <a:ext cx="4875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皖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沪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津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渝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冀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晋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蒙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辽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吉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黑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苏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浙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京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闽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赣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鲁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豫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鄂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湘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粤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桂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琼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川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贵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云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藏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陕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甘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青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宁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新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警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zh-CN" altLang="it-IT">
                <a:latin typeface="Times New Roman" panose="02020603050405020304" pitchFamily="18" charset="0"/>
                <a:cs typeface="Times New Roman" panose="02020603050405020304" pitchFamily="18" charset="0"/>
              </a:rPr>
              <a:t>学</a:t>
            </a:r>
            <a:r>
              <a:rPr lang="it-IT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", "O"]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53936AF-9D03-6CC0-7001-4910A65544BB}"/>
              </a:ext>
            </a:extLst>
          </p:cNvPr>
          <p:cNvSpPr txBox="1"/>
          <p:nvPr/>
        </p:nvSpPr>
        <p:spPr>
          <a:xfrm>
            <a:off x="1196108" y="1914595"/>
            <a:ext cx="10284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['A', 'B', 'C', 'D', 'E', 'F', 'G', 'H', 'J', 'K', 'L', 'M', 'N', 'P', 'Q', 'R', 'S', 'T', 'U', 'V', 'W’, 'X', 'Y', 'Z', 'O']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4887667-4E7E-4FA1-BD08-524C3077DDC2}"/>
              </a:ext>
            </a:extLst>
          </p:cNvPr>
          <p:cNvSpPr txBox="1"/>
          <p:nvPr/>
        </p:nvSpPr>
        <p:spPr>
          <a:xfrm>
            <a:off x="6984424" y="4302173"/>
            <a:ext cx="4423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['A', 'B', 'C', 'D', 'E', 'F', 'G', 'H', 'J', 'K', 'L', 'M', 'N', 'P', 'Q', 'R', 'S', 'T', 'U', 'V', 'W', 'X', 'Y', 'Z', '0', '1', '2', '3', '4', '5', '6', '7', '8', '9', 'O']</a:t>
            </a:r>
          </a:p>
        </p:txBody>
      </p:sp>
      <p:sp>
        <p:nvSpPr>
          <p:cNvPr id="17" name="Parentesi quadra chiusa 16">
            <a:extLst>
              <a:ext uri="{FF2B5EF4-FFF2-40B4-BE49-F238E27FC236}">
                <a16:creationId xmlns:a16="http://schemas.microsoft.com/office/drawing/2014/main" id="{5D0C332A-82D7-AB9E-CF07-409EB6A58A49}"/>
              </a:ext>
            </a:extLst>
          </p:cNvPr>
          <p:cNvSpPr/>
          <p:nvPr/>
        </p:nvSpPr>
        <p:spPr>
          <a:xfrm rot="5400000">
            <a:off x="4583100" y="3345830"/>
            <a:ext cx="116309" cy="311620"/>
          </a:xfrm>
          <a:prstGeom prst="rightBracket">
            <a:avLst/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Parentesi quadra chiusa 17">
            <a:extLst>
              <a:ext uri="{FF2B5EF4-FFF2-40B4-BE49-F238E27FC236}">
                <a16:creationId xmlns:a16="http://schemas.microsoft.com/office/drawing/2014/main" id="{EBA779BD-F1C6-B560-5A30-7241B4D37AB6}"/>
              </a:ext>
            </a:extLst>
          </p:cNvPr>
          <p:cNvSpPr/>
          <p:nvPr/>
        </p:nvSpPr>
        <p:spPr>
          <a:xfrm rot="16200000">
            <a:off x="4968359" y="2757568"/>
            <a:ext cx="116309" cy="311620"/>
          </a:xfrm>
          <a:prstGeom prst="rightBracket">
            <a:avLst/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Parentesi quadra chiusa 18">
            <a:extLst>
              <a:ext uri="{FF2B5EF4-FFF2-40B4-BE49-F238E27FC236}">
                <a16:creationId xmlns:a16="http://schemas.microsoft.com/office/drawing/2014/main" id="{88BD37EF-BCCE-EBDF-DAAB-1DB971E5D91B}"/>
              </a:ext>
            </a:extLst>
          </p:cNvPr>
          <p:cNvSpPr/>
          <p:nvPr/>
        </p:nvSpPr>
        <p:spPr>
          <a:xfrm rot="5400000">
            <a:off x="6778238" y="2009652"/>
            <a:ext cx="92333" cy="2875748"/>
          </a:xfrm>
          <a:prstGeom prst="rightBracket">
            <a:avLst/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F91023F9-ABF9-58A2-8239-BD3AA15E0FD0}"/>
              </a:ext>
            </a:extLst>
          </p:cNvPr>
          <p:cNvCxnSpPr>
            <a:cxnSpLocks/>
          </p:cNvCxnSpPr>
          <p:nvPr/>
        </p:nvCxnSpPr>
        <p:spPr>
          <a:xfrm flipH="1">
            <a:off x="4397415" y="3644821"/>
            <a:ext cx="243839" cy="51063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D8724472-F405-37D6-C761-ED6D4BF6CE65}"/>
              </a:ext>
            </a:extLst>
          </p:cNvPr>
          <p:cNvCxnSpPr>
            <a:cxnSpLocks/>
          </p:cNvCxnSpPr>
          <p:nvPr/>
        </p:nvCxnSpPr>
        <p:spPr>
          <a:xfrm flipV="1">
            <a:off x="5006387" y="2379523"/>
            <a:ext cx="0" cy="40403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405603C2-7916-F8E9-F020-D2B22EF02D77}"/>
              </a:ext>
            </a:extLst>
          </p:cNvPr>
          <p:cNvCxnSpPr>
            <a:cxnSpLocks/>
          </p:cNvCxnSpPr>
          <p:nvPr/>
        </p:nvCxnSpPr>
        <p:spPr>
          <a:xfrm>
            <a:off x="6782513" y="3561714"/>
            <a:ext cx="403822" cy="57896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BC5075CD-DCC7-27F5-5B76-16028DB2452E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A9F04B0-0ED8-4FBD-CC70-3F13A10EA468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050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2"/>
      <p:bldP spid="12" grpId="0"/>
      <p:bldP spid="12" grpId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3C295-E238-B5AE-48D4-455785AC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9371D196-20D9-5B72-1DE6-9D957A37396D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011B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BA2CAA-35D6-B477-5A47-D92E22EB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1056" y="6478390"/>
            <a:ext cx="2743200" cy="365125"/>
          </a:xfrm>
          <a:noFill/>
          <a:ln>
            <a:noFill/>
          </a:ln>
        </p:spPr>
        <p:txBody>
          <a:bodyPr/>
          <a:lstStyle/>
          <a:p>
            <a:fld id="{B18DB65A-5B77-49A9-8A77-D1A9FDDCC81E}" type="slidenum">
              <a:rPr lang="en-GB" sz="1600" noProof="0" smtClean="0">
                <a:solidFill>
                  <a:schemeClr val="bg1"/>
                </a:solidFill>
              </a:rPr>
              <a:t>7</a:t>
            </a:fld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10" name="Segnaposto numero diapositiva 3">
            <a:extLst>
              <a:ext uri="{FF2B5EF4-FFF2-40B4-BE49-F238E27FC236}">
                <a16:creationId xmlns:a16="http://schemas.microsoft.com/office/drawing/2014/main" id="{4733CEAD-3240-9A8E-ED17-B650B6BB3F73}"/>
              </a:ext>
            </a:extLst>
          </p:cNvPr>
          <p:cNvSpPr txBox="1">
            <a:spLocks/>
          </p:cNvSpPr>
          <p:nvPr/>
        </p:nvSpPr>
        <p:spPr>
          <a:xfrm>
            <a:off x="4881418" y="64781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Project 4</a:t>
            </a:r>
          </a:p>
        </p:txBody>
      </p:sp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D91B54CA-A02F-9FF9-BE03-C800626F6AE1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7DF3F5-4C86-E4F9-7D1C-1B7BBBA562C4}"/>
              </a:ext>
            </a:extLst>
          </p:cNvPr>
          <p:cNvSpPr txBox="1"/>
          <p:nvPr/>
        </p:nvSpPr>
        <p:spPr>
          <a:xfrm>
            <a:off x="2357770" y="1217728"/>
            <a:ext cx="70229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Per Giuseppe </a:t>
            </a: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salame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realizzare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grafici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Rete basata su ResNet34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-addestrata per la regressione di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bounding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box.Usa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di ResNet34 senza il classificatore finale per estrarre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feature.Applica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un AdaptiveAvgPool2d per ottenere una mappa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compatta.Il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predice 4 coordinate normalizzate (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xmin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ymin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xmax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ymax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) tramite un multi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con attivazione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Rete multi-classificazione basata su ResNet34 per il riconoscimento del testo della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targa.Utilizza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ResNet34 senza l’ultima FC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come feature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extractor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. La testa è composta da una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ModuleList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di classificatori, uno per ciascun carattere della </a:t>
            </a:r>
            <a:r>
              <a:rPr lang="it-IT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targa.Ogni</a:t>
            </a:r>
            <a:r>
              <a:rPr lang="it-IT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classificatore predice un singolo carattere della sequenza.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3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0E714-DCF8-EEF9-1378-C725497D8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94FABAE4-E46F-EEB7-CFD6-2C60D28E9198}"/>
              </a:ext>
            </a:extLst>
          </p:cNvPr>
          <p:cNvSpPr/>
          <p:nvPr/>
        </p:nvSpPr>
        <p:spPr>
          <a:xfrm rot="5400000">
            <a:off x="5716524" y="-5716519"/>
            <a:ext cx="758954" cy="12192000"/>
          </a:xfrm>
          <a:prstGeom prst="rect">
            <a:avLst/>
          </a:prstGeom>
          <a:solidFill>
            <a:srgbClr val="011B7A"/>
          </a:solidFill>
          <a:ln>
            <a:noFill/>
          </a:ln>
          <a:effectLst>
            <a:reflection blurRad="6350" stA="92000" endPos="17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A98C5A8-ACF7-5576-0355-3ED2DED718F1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011B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82218EC-3B00-8970-8B07-A5988FC4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1056" y="6478390"/>
            <a:ext cx="2743200" cy="365125"/>
          </a:xfrm>
          <a:noFill/>
          <a:ln>
            <a:noFill/>
          </a:ln>
        </p:spPr>
        <p:txBody>
          <a:bodyPr/>
          <a:lstStyle/>
          <a:p>
            <a:fld id="{B18DB65A-5B77-49A9-8A77-D1A9FDDCC81E}" type="slidenum">
              <a:rPr lang="en-GB" sz="1600" noProof="0" smtClean="0">
                <a:solidFill>
                  <a:schemeClr val="bg1"/>
                </a:solidFill>
              </a:rPr>
              <a:t>8</a:t>
            </a:fld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F4DD2DE-8267-48E7-7E7C-55AA2BDE851F}"/>
              </a:ext>
            </a:extLst>
          </p:cNvPr>
          <p:cNvSpPr txBox="1"/>
          <p:nvPr/>
        </p:nvSpPr>
        <p:spPr>
          <a:xfrm>
            <a:off x="4567382" y="87093"/>
            <a:ext cx="305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</a:p>
        </p:txBody>
      </p:sp>
      <p:sp>
        <p:nvSpPr>
          <p:cNvPr id="10" name="Segnaposto numero diapositiva 3">
            <a:extLst>
              <a:ext uri="{FF2B5EF4-FFF2-40B4-BE49-F238E27FC236}">
                <a16:creationId xmlns:a16="http://schemas.microsoft.com/office/drawing/2014/main" id="{B699F22A-C5AC-686B-C90C-82B228D272EA}"/>
              </a:ext>
            </a:extLst>
          </p:cNvPr>
          <p:cNvSpPr txBox="1">
            <a:spLocks/>
          </p:cNvSpPr>
          <p:nvPr/>
        </p:nvSpPr>
        <p:spPr>
          <a:xfrm>
            <a:off x="4881418" y="64781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Project 4</a:t>
            </a:r>
          </a:p>
        </p:txBody>
      </p:sp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5820BD10-BB7E-2897-8E4F-8BDD9894A6CD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025E18C-4B9C-CD66-04B8-A1A84A520855}"/>
              </a:ext>
            </a:extLst>
          </p:cNvPr>
          <p:cNvSpPr txBox="1"/>
          <p:nvPr/>
        </p:nvSpPr>
        <p:spPr>
          <a:xfrm>
            <a:off x="3573018" y="967654"/>
            <a:ext cx="50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is simple not only for the architecture but also for the pre-processing of the data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8621F859-45CE-7682-DD56-5C15C337EA21}"/>
              </a:ext>
            </a:extLst>
          </p:cNvPr>
          <p:cNvCxnSpPr>
            <a:cxnSpLocks/>
          </p:cNvCxnSpPr>
          <p:nvPr/>
        </p:nvCxnSpPr>
        <p:spPr>
          <a:xfrm>
            <a:off x="6084253" y="1815274"/>
            <a:ext cx="0" cy="5613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DF5E9D-2337-AB58-69F3-C21AAA93F4D5}"/>
              </a:ext>
            </a:extLst>
          </p:cNvPr>
          <p:cNvSpPr txBox="1"/>
          <p:nvPr/>
        </p:nvSpPr>
        <p:spPr>
          <a:xfrm>
            <a:off x="4384236" y="2414907"/>
            <a:ext cx="3737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No pre-processing of the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No data augmentation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9C619FE-2F86-ACAE-0C58-CAE9781D6995}"/>
              </a:ext>
            </a:extLst>
          </p:cNvPr>
          <p:cNvCxnSpPr>
            <a:cxnSpLocks/>
          </p:cNvCxnSpPr>
          <p:nvPr/>
        </p:nvCxnSpPr>
        <p:spPr>
          <a:xfrm flipH="1">
            <a:off x="3573018" y="3147387"/>
            <a:ext cx="1959102" cy="60999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502BD30-C0E9-6A5B-243C-A2A0E3753527}"/>
              </a:ext>
            </a:extLst>
          </p:cNvPr>
          <p:cNvSpPr txBox="1"/>
          <p:nvPr/>
        </p:nvSpPr>
        <p:spPr>
          <a:xfrm>
            <a:off x="1790746" y="3844470"/>
            <a:ext cx="3282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just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a resize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to (224,224) and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of bounding box between [0,1]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CB5A0795-5E7D-FC32-87D4-CA70A8AD7EF3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74536" y="3178809"/>
            <a:ext cx="1899385" cy="64539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DC506DB-3A62-875F-DE3F-4683F4C6B173}"/>
              </a:ext>
            </a:extLst>
          </p:cNvPr>
          <p:cNvSpPr txBox="1"/>
          <p:nvPr/>
        </p:nvSpPr>
        <p:spPr>
          <a:xfrm>
            <a:off x="7017457" y="3824208"/>
            <a:ext cx="2912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just a resize to (64,128)</a:t>
            </a:r>
          </a:p>
        </p:txBody>
      </p:sp>
    </p:spTree>
    <p:extLst>
      <p:ext uri="{BB962C8B-B14F-4D97-AF65-F5344CB8AC3E}">
        <p14:creationId xmlns:p14="http://schemas.microsoft.com/office/powerpoint/2010/main" val="158398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20F80-87DA-FE97-0DBF-08669F8E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4C0BB0CE-AE73-B49A-15F3-1C8C5D2A2578}"/>
              </a:ext>
            </a:extLst>
          </p:cNvPr>
          <p:cNvSpPr/>
          <p:nvPr/>
        </p:nvSpPr>
        <p:spPr>
          <a:xfrm>
            <a:off x="611464" y="1325743"/>
            <a:ext cx="2679192" cy="368817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37A60C-A90E-CDFF-8A5E-84CA075215AD}"/>
              </a:ext>
            </a:extLst>
          </p:cNvPr>
          <p:cNvSpPr/>
          <p:nvPr/>
        </p:nvSpPr>
        <p:spPr>
          <a:xfrm>
            <a:off x="4690416" y="2345322"/>
            <a:ext cx="2679192" cy="15270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7952355-66A7-5B56-FCC8-B500E64E8B58}"/>
              </a:ext>
            </a:extLst>
          </p:cNvPr>
          <p:cNvSpPr/>
          <p:nvPr/>
        </p:nvSpPr>
        <p:spPr>
          <a:xfrm>
            <a:off x="8740487" y="2365004"/>
            <a:ext cx="2679192" cy="15270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023234A-2C8E-DAC4-95E0-9FFC24F171DB}"/>
              </a:ext>
            </a:extLst>
          </p:cNvPr>
          <p:cNvSpPr txBox="1"/>
          <p:nvPr/>
        </p:nvSpPr>
        <p:spPr>
          <a:xfrm>
            <a:off x="8858160" y="2711635"/>
            <a:ext cx="2443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cs typeface="Times New Roman" panose="02020603050405020304" pitchFamily="18" charset="0"/>
              </a:rPr>
              <a:t>[RECOGNITION]</a:t>
            </a:r>
            <a:br>
              <a:rPr lang="it-IT" sz="2400">
                <a:cs typeface="Times New Roman" panose="02020603050405020304" pitchFamily="18" charset="0"/>
              </a:rPr>
            </a:br>
            <a:r>
              <a:rPr lang="it-IT" sz="2400">
                <a:cs typeface="Times New Roman" panose="02020603050405020304" pitchFamily="18" charset="0"/>
              </a:rPr>
              <a:t>PDLPR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6D94571-E10C-3E06-D450-4370E118F17F}"/>
              </a:ext>
            </a:extLst>
          </p:cNvPr>
          <p:cNvSpPr txBox="1"/>
          <p:nvPr/>
        </p:nvSpPr>
        <p:spPr>
          <a:xfrm>
            <a:off x="5011079" y="2693347"/>
            <a:ext cx="2037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cs typeface="Times New Roman" panose="02020603050405020304" pitchFamily="18" charset="0"/>
              </a:rPr>
              <a:t>[DETECTION]</a:t>
            </a:r>
            <a:br>
              <a:rPr lang="it-IT" sz="2400">
                <a:cs typeface="Times New Roman" panose="02020603050405020304" pitchFamily="18" charset="0"/>
              </a:rPr>
            </a:br>
            <a:r>
              <a:rPr lang="it-IT" sz="2400">
                <a:cs typeface="Times New Roman" panose="02020603050405020304" pitchFamily="18" charset="0"/>
              </a:rPr>
              <a:t>YOLO v5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93AF041-FC49-AA62-C7A7-07160967D3A7}"/>
              </a:ext>
            </a:extLst>
          </p:cNvPr>
          <p:cNvSpPr txBox="1"/>
          <p:nvPr/>
        </p:nvSpPr>
        <p:spPr>
          <a:xfrm>
            <a:off x="1031998" y="1332385"/>
            <a:ext cx="1838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cs typeface="Times New Roman" panose="02020603050405020304" pitchFamily="18" charset="0"/>
              </a:rPr>
              <a:t>Dataset</a:t>
            </a:r>
            <a:br>
              <a:rPr lang="it-IT" sz="2400">
                <a:cs typeface="Times New Roman" panose="02020603050405020304" pitchFamily="18" charset="0"/>
              </a:rPr>
            </a:br>
            <a:r>
              <a:rPr lang="it-IT" sz="2400">
                <a:cs typeface="Times New Roman" panose="02020603050405020304" pitchFamily="18" charset="0"/>
              </a:rPr>
              <a:t>CCPD2019</a:t>
            </a:r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814CBE05-B850-872C-0F54-0BA259DCDF11}"/>
              </a:ext>
            </a:extLst>
          </p:cNvPr>
          <p:cNvSpPr/>
          <p:nvPr/>
        </p:nvSpPr>
        <p:spPr>
          <a:xfrm>
            <a:off x="3508432" y="2893962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4ED6EDA9-104E-994E-3881-220E205A06B9}"/>
              </a:ext>
            </a:extLst>
          </p:cNvPr>
          <p:cNvSpPr/>
          <p:nvPr/>
        </p:nvSpPr>
        <p:spPr>
          <a:xfrm>
            <a:off x="7495298" y="2893962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246FFB85-07DF-55BB-D581-099EE1889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68" y="2257157"/>
            <a:ext cx="1537351" cy="2474295"/>
          </a:xfrm>
          <a:prstGeom prst="rect">
            <a:avLst/>
          </a:prstGeom>
        </p:spPr>
      </p:pic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80DCC7C1-D334-6361-D3B1-5C08F7F15EAB}"/>
              </a:ext>
            </a:extLst>
          </p:cNvPr>
          <p:cNvSpPr/>
          <p:nvPr/>
        </p:nvSpPr>
        <p:spPr>
          <a:xfrm rot="5400000">
            <a:off x="9753465" y="4397675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B81DE969-A126-86F9-3C49-BEF190367349}"/>
              </a:ext>
            </a:extLst>
          </p:cNvPr>
          <p:cNvSpPr/>
          <p:nvPr/>
        </p:nvSpPr>
        <p:spPr>
          <a:xfrm>
            <a:off x="9637722" y="5384128"/>
            <a:ext cx="13167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F94DF5A-1873-4D14-E4CF-FFBDBE80990A}"/>
              </a:ext>
            </a:extLst>
          </p:cNvPr>
          <p:cNvSpPr txBox="1"/>
          <p:nvPr/>
        </p:nvSpPr>
        <p:spPr>
          <a:xfrm>
            <a:off x="9578286" y="5369642"/>
            <a:ext cx="143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it-IT" sz="2000"/>
              <a:t>皖</a:t>
            </a:r>
            <a:r>
              <a:rPr 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ACN822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5E9E26D-EE6E-7883-F24B-B02AD3BF5567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Model Pipeline</a:t>
            </a:r>
            <a:endParaRPr lang="en-GB" sz="3200" b="1" noProof="0">
              <a:cs typeface="Times New Roman" panose="02020603050405020304" pitchFamily="18" charset="0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3115646-FE49-C6C1-DCC0-8B8E68AF5B81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808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205AD-FF63-8B50-BF56-64CDC722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39489231-B9CC-9F22-CC21-29296F62AFE7}"/>
              </a:ext>
            </a:extLst>
          </p:cNvPr>
          <p:cNvSpPr/>
          <p:nvPr/>
        </p:nvSpPr>
        <p:spPr>
          <a:xfrm>
            <a:off x="624924" y="3429000"/>
            <a:ext cx="10942151" cy="22981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087965-C050-FFCE-94DC-29979F316002}"/>
              </a:ext>
            </a:extLst>
          </p:cNvPr>
          <p:cNvSpPr txBox="1"/>
          <p:nvPr/>
        </p:nvSpPr>
        <p:spPr>
          <a:xfrm>
            <a:off x="5186171" y="3414226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Yolo v5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525801F-F3EA-E336-BE14-C3C3223E5997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YOLOv5 [Detection]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01FEA8D-F7F9-722B-8E16-C27F8969561E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3456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2B597-D856-F5C9-286B-42E883A3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9B70D5D4-84E3-8CAD-D25D-EFB95F17C9BF}"/>
              </a:ext>
            </a:extLst>
          </p:cNvPr>
          <p:cNvSpPr/>
          <p:nvPr/>
        </p:nvSpPr>
        <p:spPr>
          <a:xfrm>
            <a:off x="624924" y="3429000"/>
            <a:ext cx="10942151" cy="22981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506C3DAE-199D-439A-EB20-D03B3D57B713}"/>
              </a:ext>
            </a:extLst>
          </p:cNvPr>
          <p:cNvSpPr/>
          <p:nvPr/>
        </p:nvSpPr>
        <p:spPr>
          <a:xfrm>
            <a:off x="9411479" y="1436729"/>
            <a:ext cx="13167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DA2E56-52BF-FBC7-22A6-47D80F36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1056" y="6478390"/>
            <a:ext cx="2743200" cy="365125"/>
          </a:xfrm>
          <a:noFill/>
          <a:ln>
            <a:noFill/>
          </a:ln>
        </p:spPr>
        <p:txBody>
          <a:bodyPr/>
          <a:lstStyle/>
          <a:p>
            <a:fld id="{B18DB65A-5B77-49A9-8A77-D1A9FDDCC81E}" type="slidenum">
              <a:rPr lang="en-GB" sz="1600" noProof="0" smtClean="0">
                <a:solidFill>
                  <a:schemeClr val="bg1"/>
                </a:solidFill>
              </a:rPr>
              <a:t>11</a:t>
            </a:fld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B4EBCDF7-2F3A-9458-734C-F8EBAC21F48F}"/>
              </a:ext>
            </a:extLst>
          </p:cNvPr>
          <p:cNvSpPr/>
          <p:nvPr/>
        </p:nvSpPr>
        <p:spPr>
          <a:xfrm>
            <a:off x="4810984" y="4080644"/>
            <a:ext cx="2679192" cy="15270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784930B-8581-5E19-17AC-CBC152C470B8}"/>
              </a:ext>
            </a:extLst>
          </p:cNvPr>
          <p:cNvSpPr/>
          <p:nvPr/>
        </p:nvSpPr>
        <p:spPr>
          <a:xfrm>
            <a:off x="842326" y="4080644"/>
            <a:ext cx="2679192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8ABC2D8-CC54-2028-5C93-DD749B39D8BF}"/>
              </a:ext>
            </a:extLst>
          </p:cNvPr>
          <p:cNvSpPr/>
          <p:nvPr/>
        </p:nvSpPr>
        <p:spPr>
          <a:xfrm>
            <a:off x="8684254" y="4071049"/>
            <a:ext cx="2679192" cy="1527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8F88760-7A47-C566-43AE-24E09B997968}"/>
              </a:ext>
            </a:extLst>
          </p:cNvPr>
          <p:cNvSpPr txBox="1"/>
          <p:nvPr/>
        </p:nvSpPr>
        <p:spPr>
          <a:xfrm>
            <a:off x="1276251" y="4576244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IGFE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390D7C-3AD1-DBC4-728E-E238981C2E5C}"/>
              </a:ext>
            </a:extLst>
          </p:cNvPr>
          <p:cNvSpPr txBox="1"/>
          <p:nvPr/>
        </p:nvSpPr>
        <p:spPr>
          <a:xfrm>
            <a:off x="5186171" y="4368584"/>
            <a:ext cx="187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latin typeface="+mj-lt"/>
                <a:cs typeface="Times New Roman" panose="02020603050405020304" pitchFamily="18" charset="0"/>
              </a:rPr>
              <a:t>X3 </a:t>
            </a:r>
            <a:br>
              <a:rPr lang="it-IT" sz="2400">
                <a:latin typeface="+mj-lt"/>
                <a:cs typeface="Times New Roman" panose="02020603050405020304" pitchFamily="18" charset="0"/>
              </a:rPr>
            </a:br>
            <a:r>
              <a:rPr lang="it-IT" sz="2400" err="1">
                <a:latin typeface="+mj-lt"/>
                <a:cs typeface="Times New Roman" panose="02020603050405020304" pitchFamily="18" charset="0"/>
              </a:rPr>
              <a:t>Encoding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DC351362-D5C8-8766-2544-57D42074E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11" y="1097916"/>
            <a:ext cx="1871212" cy="7589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7C63DB07-1618-6F39-349C-32B70D48AA4C}"/>
              </a:ext>
            </a:extLst>
          </p:cNvPr>
          <p:cNvSpPr/>
          <p:nvPr/>
        </p:nvSpPr>
        <p:spPr>
          <a:xfrm>
            <a:off x="3628960" y="4639929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C2F5BB4D-9DA3-7997-7FC8-99C088E32958}"/>
              </a:ext>
            </a:extLst>
          </p:cNvPr>
          <p:cNvSpPr/>
          <p:nvPr/>
        </p:nvSpPr>
        <p:spPr>
          <a:xfrm>
            <a:off x="7549924" y="4687631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4C53538D-2B4E-F18F-2D63-6B09CCF2CEBF}"/>
              </a:ext>
            </a:extLst>
          </p:cNvPr>
          <p:cNvSpPr/>
          <p:nvPr/>
        </p:nvSpPr>
        <p:spPr>
          <a:xfrm rot="5400000">
            <a:off x="1606111" y="2421416"/>
            <a:ext cx="1151620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C78AC56-BD14-A84A-4494-6CF991518C5C}"/>
              </a:ext>
            </a:extLst>
          </p:cNvPr>
          <p:cNvSpPr txBox="1"/>
          <p:nvPr/>
        </p:nvSpPr>
        <p:spPr>
          <a:xfrm>
            <a:off x="9352043" y="1422243"/>
            <a:ext cx="143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it-IT" sz="2000"/>
              <a:t>皖</a:t>
            </a:r>
            <a:r>
              <a:rPr 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ACN822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0C9ED4F-AB8A-A59F-B64C-90CE21963C74}"/>
              </a:ext>
            </a:extLst>
          </p:cNvPr>
          <p:cNvSpPr txBox="1"/>
          <p:nvPr/>
        </p:nvSpPr>
        <p:spPr>
          <a:xfrm>
            <a:off x="5186171" y="3414226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PDLPR</a:t>
            </a:r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924E7320-3597-8E46-94A4-FA9F603E1F15}"/>
              </a:ext>
            </a:extLst>
          </p:cNvPr>
          <p:cNvSpPr/>
          <p:nvPr/>
        </p:nvSpPr>
        <p:spPr>
          <a:xfrm rot="16200000">
            <a:off x="9494975" y="2421416"/>
            <a:ext cx="1151620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9895C85-1ED2-5C99-42F1-E2F298EF472B}"/>
              </a:ext>
            </a:extLst>
          </p:cNvPr>
          <p:cNvSpPr txBox="1"/>
          <p:nvPr/>
        </p:nvSpPr>
        <p:spPr>
          <a:xfrm>
            <a:off x="9076862" y="4415003"/>
            <a:ext cx="187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latin typeface="+mj-lt"/>
                <a:cs typeface="Times New Roman" panose="02020603050405020304" pitchFamily="18" charset="0"/>
              </a:rPr>
              <a:t>X3 </a:t>
            </a:r>
            <a:br>
              <a:rPr lang="it-IT" sz="2400">
                <a:latin typeface="+mj-lt"/>
                <a:cs typeface="Times New Roman" panose="02020603050405020304" pitchFamily="18" charset="0"/>
              </a:rPr>
            </a:br>
            <a:r>
              <a:rPr lang="it-IT" sz="2400" err="1">
                <a:latin typeface="+mj-lt"/>
                <a:cs typeface="Times New Roman" panose="02020603050405020304" pitchFamily="18" charset="0"/>
              </a:rPr>
              <a:t>Decoding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C164C3C-504E-6C2E-3AB9-43ED1FD1C360}"/>
              </a:ext>
            </a:extLst>
          </p:cNvPr>
          <p:cNvSpPr/>
          <p:nvPr/>
        </p:nvSpPr>
        <p:spPr>
          <a:xfrm>
            <a:off x="4809725" y="4074330"/>
            <a:ext cx="2679192" cy="152704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EB8FDEA-035F-5C58-762A-EDFA5BD88CAA}"/>
              </a:ext>
            </a:extLst>
          </p:cNvPr>
          <p:cNvSpPr/>
          <p:nvPr/>
        </p:nvSpPr>
        <p:spPr>
          <a:xfrm>
            <a:off x="8670482" y="4066977"/>
            <a:ext cx="2679192" cy="152704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A20B736-D496-0C6C-F100-24DC1B914AD9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PDLPR [Recognition]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EF50E8F-B046-EC5C-311B-9223534FD594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5302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0B8E0-F9C1-7108-7656-982434AF2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01A06E4A-F817-E910-8DD6-D1746E38C714}"/>
              </a:ext>
            </a:extLst>
          </p:cNvPr>
          <p:cNvSpPr/>
          <p:nvPr/>
        </p:nvSpPr>
        <p:spPr>
          <a:xfrm>
            <a:off x="624924" y="3429000"/>
            <a:ext cx="10942151" cy="22981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FBCEEFF-0592-3A64-9A0F-B25B58DDE481}"/>
              </a:ext>
            </a:extLst>
          </p:cNvPr>
          <p:cNvSpPr/>
          <p:nvPr/>
        </p:nvSpPr>
        <p:spPr>
          <a:xfrm>
            <a:off x="9411479" y="1436729"/>
            <a:ext cx="13167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7D2BE35A-656E-4A8D-E5AE-4BFBB31FB854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85BC317-6C6F-1439-D0E2-35E06A452E3C}"/>
              </a:ext>
            </a:extLst>
          </p:cNvPr>
          <p:cNvSpPr/>
          <p:nvPr/>
        </p:nvSpPr>
        <p:spPr>
          <a:xfrm>
            <a:off x="4810984" y="4080644"/>
            <a:ext cx="2679192" cy="15270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4C30B66-E46C-8BAD-75E4-A258A96845AF}"/>
              </a:ext>
            </a:extLst>
          </p:cNvPr>
          <p:cNvSpPr/>
          <p:nvPr/>
        </p:nvSpPr>
        <p:spPr>
          <a:xfrm>
            <a:off x="842326" y="4080644"/>
            <a:ext cx="2679192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9F605B3-46A8-CD60-823A-348BA85AFE61}"/>
              </a:ext>
            </a:extLst>
          </p:cNvPr>
          <p:cNvSpPr/>
          <p:nvPr/>
        </p:nvSpPr>
        <p:spPr>
          <a:xfrm>
            <a:off x="8684254" y="4071049"/>
            <a:ext cx="2679192" cy="1527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6455716-4CF8-D54E-C835-17A919793E3E}"/>
              </a:ext>
            </a:extLst>
          </p:cNvPr>
          <p:cNvSpPr txBox="1"/>
          <p:nvPr/>
        </p:nvSpPr>
        <p:spPr>
          <a:xfrm>
            <a:off x="1276251" y="4576244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IGFE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129E5C8-EA7C-25FA-3DE2-5CB85A324E65}"/>
              </a:ext>
            </a:extLst>
          </p:cNvPr>
          <p:cNvSpPr txBox="1"/>
          <p:nvPr/>
        </p:nvSpPr>
        <p:spPr>
          <a:xfrm>
            <a:off x="5186171" y="4368584"/>
            <a:ext cx="187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latin typeface="+mj-lt"/>
                <a:cs typeface="Times New Roman" panose="02020603050405020304" pitchFamily="18" charset="0"/>
              </a:rPr>
              <a:t>X3 </a:t>
            </a:r>
            <a:br>
              <a:rPr lang="it-IT" sz="2400">
                <a:latin typeface="+mj-lt"/>
                <a:cs typeface="Times New Roman" panose="02020603050405020304" pitchFamily="18" charset="0"/>
              </a:rPr>
            </a:br>
            <a:r>
              <a:rPr lang="it-IT" sz="2400" err="1">
                <a:latin typeface="+mj-lt"/>
                <a:cs typeface="Times New Roman" panose="02020603050405020304" pitchFamily="18" charset="0"/>
              </a:rPr>
              <a:t>Encoding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4D233207-2D4E-A8FA-0FC5-9A00B36C6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11" y="1097916"/>
            <a:ext cx="1871212" cy="7589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AB611BCB-44A8-1ED2-5CEE-5BA32171D486}"/>
              </a:ext>
            </a:extLst>
          </p:cNvPr>
          <p:cNvSpPr/>
          <p:nvPr/>
        </p:nvSpPr>
        <p:spPr>
          <a:xfrm>
            <a:off x="3628960" y="4639929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A121E237-0D3B-6A3F-BBE9-E3E244B3C781}"/>
              </a:ext>
            </a:extLst>
          </p:cNvPr>
          <p:cNvSpPr/>
          <p:nvPr/>
        </p:nvSpPr>
        <p:spPr>
          <a:xfrm>
            <a:off x="7549924" y="4687631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2CA4DE74-3052-55BF-9294-69932E0F9975}"/>
              </a:ext>
            </a:extLst>
          </p:cNvPr>
          <p:cNvSpPr/>
          <p:nvPr/>
        </p:nvSpPr>
        <p:spPr>
          <a:xfrm rot="5400000">
            <a:off x="1606111" y="2421416"/>
            <a:ext cx="1151620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018EADA-AAAB-5D4E-468C-769A95A5389C}"/>
              </a:ext>
            </a:extLst>
          </p:cNvPr>
          <p:cNvSpPr txBox="1"/>
          <p:nvPr/>
        </p:nvSpPr>
        <p:spPr>
          <a:xfrm>
            <a:off x="9352043" y="1422243"/>
            <a:ext cx="143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it-IT" sz="2000"/>
              <a:t>皖</a:t>
            </a:r>
            <a:r>
              <a:rPr 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ACN822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BD84C82-3849-F893-C8FD-0F02C8792DAF}"/>
              </a:ext>
            </a:extLst>
          </p:cNvPr>
          <p:cNvSpPr txBox="1"/>
          <p:nvPr/>
        </p:nvSpPr>
        <p:spPr>
          <a:xfrm>
            <a:off x="5186171" y="3414226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PDLPR</a:t>
            </a:r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485B91D6-F746-784E-E867-F37342D0B6AD}"/>
              </a:ext>
            </a:extLst>
          </p:cNvPr>
          <p:cNvSpPr/>
          <p:nvPr/>
        </p:nvSpPr>
        <p:spPr>
          <a:xfrm rot="16200000">
            <a:off x="9494975" y="2421416"/>
            <a:ext cx="1151620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6F227C77-445C-5C2F-E55D-ED795F51B615}"/>
              </a:ext>
            </a:extLst>
          </p:cNvPr>
          <p:cNvSpPr txBox="1"/>
          <p:nvPr/>
        </p:nvSpPr>
        <p:spPr>
          <a:xfrm>
            <a:off x="9076862" y="4415003"/>
            <a:ext cx="187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latin typeface="+mj-lt"/>
                <a:cs typeface="Times New Roman" panose="02020603050405020304" pitchFamily="18" charset="0"/>
              </a:rPr>
              <a:t>X3 </a:t>
            </a:r>
            <a:br>
              <a:rPr lang="it-IT" sz="2400">
                <a:latin typeface="+mj-lt"/>
                <a:cs typeface="Times New Roman" panose="02020603050405020304" pitchFamily="18" charset="0"/>
              </a:rPr>
            </a:br>
            <a:r>
              <a:rPr lang="it-IT" sz="2400" err="1">
                <a:latin typeface="+mj-lt"/>
                <a:cs typeface="Times New Roman" panose="02020603050405020304" pitchFamily="18" charset="0"/>
              </a:rPr>
              <a:t>Decoding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D985EEAD-813B-AABD-B6C8-69853F071083}"/>
              </a:ext>
            </a:extLst>
          </p:cNvPr>
          <p:cNvSpPr/>
          <p:nvPr/>
        </p:nvSpPr>
        <p:spPr>
          <a:xfrm>
            <a:off x="841067" y="4077487"/>
            <a:ext cx="2679192" cy="1527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2B8151E4-A2FE-E5D2-531E-BD17258C066B}"/>
              </a:ext>
            </a:extLst>
          </p:cNvPr>
          <p:cNvSpPr/>
          <p:nvPr/>
        </p:nvSpPr>
        <p:spPr>
          <a:xfrm>
            <a:off x="8670482" y="4066977"/>
            <a:ext cx="2679192" cy="152704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F6E6D68-9233-8D0B-6A13-77BEC7EE4033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PDLPR [Recognition]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8D7DB7E-4C9A-A21D-B678-7D6C97527E85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74059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E04D0-CBA8-498A-133A-D524DCA62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0B6A834-7712-5E10-9DE6-8137D8B742D1}"/>
              </a:ext>
            </a:extLst>
          </p:cNvPr>
          <p:cNvSpPr/>
          <p:nvPr/>
        </p:nvSpPr>
        <p:spPr>
          <a:xfrm>
            <a:off x="624924" y="3429000"/>
            <a:ext cx="10942151" cy="22981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CD757757-1163-6AB9-9028-DA1686C31B54}"/>
              </a:ext>
            </a:extLst>
          </p:cNvPr>
          <p:cNvSpPr/>
          <p:nvPr/>
        </p:nvSpPr>
        <p:spPr>
          <a:xfrm>
            <a:off x="9411479" y="1436729"/>
            <a:ext cx="13167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1E8F40D3-142F-F5B9-CC67-4E0F7CA0C99F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0D765E0-3DDF-75E2-F3EF-4691E0890D14}"/>
              </a:ext>
            </a:extLst>
          </p:cNvPr>
          <p:cNvSpPr/>
          <p:nvPr/>
        </p:nvSpPr>
        <p:spPr>
          <a:xfrm>
            <a:off x="4810984" y="4080644"/>
            <a:ext cx="2679192" cy="15270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C72B192-09DC-7AF8-FCF8-57B305B19E99}"/>
              </a:ext>
            </a:extLst>
          </p:cNvPr>
          <p:cNvSpPr/>
          <p:nvPr/>
        </p:nvSpPr>
        <p:spPr>
          <a:xfrm>
            <a:off x="842326" y="4080644"/>
            <a:ext cx="2679192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766DBC2-FD56-522E-AB71-F8859E32BD4B}"/>
              </a:ext>
            </a:extLst>
          </p:cNvPr>
          <p:cNvSpPr/>
          <p:nvPr/>
        </p:nvSpPr>
        <p:spPr>
          <a:xfrm>
            <a:off x="8684254" y="4071049"/>
            <a:ext cx="2679192" cy="1527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A48BC97-493F-F33F-AA52-7B5CA1F59B6B}"/>
              </a:ext>
            </a:extLst>
          </p:cNvPr>
          <p:cNvSpPr txBox="1"/>
          <p:nvPr/>
        </p:nvSpPr>
        <p:spPr>
          <a:xfrm>
            <a:off x="1276251" y="4576244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IGFE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F4D3140-FA35-0762-50C0-503350FBA8FA}"/>
              </a:ext>
            </a:extLst>
          </p:cNvPr>
          <p:cNvSpPr txBox="1"/>
          <p:nvPr/>
        </p:nvSpPr>
        <p:spPr>
          <a:xfrm>
            <a:off x="5186171" y="4368584"/>
            <a:ext cx="187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latin typeface="+mj-lt"/>
                <a:cs typeface="Times New Roman" panose="02020603050405020304" pitchFamily="18" charset="0"/>
              </a:rPr>
              <a:t>X3 </a:t>
            </a:r>
            <a:br>
              <a:rPr lang="it-IT" sz="2400">
                <a:latin typeface="+mj-lt"/>
                <a:cs typeface="Times New Roman" panose="02020603050405020304" pitchFamily="18" charset="0"/>
              </a:rPr>
            </a:br>
            <a:r>
              <a:rPr lang="it-IT" sz="2400" err="1">
                <a:latin typeface="+mj-lt"/>
                <a:cs typeface="Times New Roman" panose="02020603050405020304" pitchFamily="18" charset="0"/>
              </a:rPr>
              <a:t>Encoding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EAC6D2B3-387C-B89C-221D-3461E9AEB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11" y="1097916"/>
            <a:ext cx="1871212" cy="7589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01801BAB-3018-7999-B083-107F10149B56}"/>
              </a:ext>
            </a:extLst>
          </p:cNvPr>
          <p:cNvSpPr/>
          <p:nvPr/>
        </p:nvSpPr>
        <p:spPr>
          <a:xfrm>
            <a:off x="3628960" y="4639929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605220FC-744F-C0CF-0C7B-4C34200ECBCF}"/>
              </a:ext>
            </a:extLst>
          </p:cNvPr>
          <p:cNvSpPr/>
          <p:nvPr/>
        </p:nvSpPr>
        <p:spPr>
          <a:xfrm>
            <a:off x="7549924" y="4687631"/>
            <a:ext cx="1074582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F61B5CCF-B656-C1E9-6FF3-60FE35434C2E}"/>
              </a:ext>
            </a:extLst>
          </p:cNvPr>
          <p:cNvSpPr/>
          <p:nvPr/>
        </p:nvSpPr>
        <p:spPr>
          <a:xfrm rot="5400000">
            <a:off x="1606111" y="2421416"/>
            <a:ext cx="1151620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8DD3DE2-2C65-5EA7-29D3-FF09E6620BCF}"/>
              </a:ext>
            </a:extLst>
          </p:cNvPr>
          <p:cNvSpPr txBox="1"/>
          <p:nvPr/>
        </p:nvSpPr>
        <p:spPr>
          <a:xfrm>
            <a:off x="9352043" y="1422243"/>
            <a:ext cx="143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it-IT" sz="2000"/>
              <a:t>皖</a:t>
            </a:r>
            <a:r>
              <a:rPr 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ACN822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F78863D-FA4B-AB2F-724F-D2CB56DE56F0}"/>
              </a:ext>
            </a:extLst>
          </p:cNvPr>
          <p:cNvSpPr txBox="1"/>
          <p:nvPr/>
        </p:nvSpPr>
        <p:spPr>
          <a:xfrm>
            <a:off x="5186171" y="3414226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PDLPR</a:t>
            </a:r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A7347D54-1889-1E4E-7F21-7A11BFFCE229}"/>
              </a:ext>
            </a:extLst>
          </p:cNvPr>
          <p:cNvSpPr/>
          <p:nvPr/>
        </p:nvSpPr>
        <p:spPr>
          <a:xfrm rot="16200000">
            <a:off x="9494975" y="2421416"/>
            <a:ext cx="1151620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DA156C3-91F7-850F-C32F-F43882211FC2}"/>
              </a:ext>
            </a:extLst>
          </p:cNvPr>
          <p:cNvSpPr txBox="1"/>
          <p:nvPr/>
        </p:nvSpPr>
        <p:spPr>
          <a:xfrm>
            <a:off x="9076862" y="4415003"/>
            <a:ext cx="1874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>
                <a:latin typeface="+mj-lt"/>
                <a:cs typeface="Times New Roman" panose="02020603050405020304" pitchFamily="18" charset="0"/>
              </a:rPr>
              <a:t>X3 </a:t>
            </a:r>
            <a:br>
              <a:rPr lang="it-IT" sz="2400">
                <a:latin typeface="+mj-lt"/>
                <a:cs typeface="Times New Roman" panose="02020603050405020304" pitchFamily="18" charset="0"/>
              </a:rPr>
            </a:br>
            <a:r>
              <a:rPr lang="it-IT" sz="2400" err="1">
                <a:latin typeface="+mj-lt"/>
                <a:cs typeface="Times New Roman" panose="02020603050405020304" pitchFamily="18" charset="0"/>
              </a:rPr>
              <a:t>Decoding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1DD8381C-1B07-883D-94C1-1EAB71584789}"/>
              </a:ext>
            </a:extLst>
          </p:cNvPr>
          <p:cNvSpPr/>
          <p:nvPr/>
        </p:nvSpPr>
        <p:spPr>
          <a:xfrm>
            <a:off x="841067" y="4066977"/>
            <a:ext cx="2679192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6D7A8175-AEE1-5994-2B40-19C6F634F8A8}"/>
              </a:ext>
            </a:extLst>
          </p:cNvPr>
          <p:cNvSpPr/>
          <p:nvPr/>
        </p:nvSpPr>
        <p:spPr>
          <a:xfrm>
            <a:off x="4809725" y="4074330"/>
            <a:ext cx="2679192" cy="152704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9008010-0F21-CBA1-0CE3-6C08BF9866D1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</a:t>
            </a:r>
            <a:r>
              <a:rPr lang="en-GB" sz="3200" b="1" noProof="0">
                <a:cs typeface="Times New Roman" panose="02020603050405020304" pitchFamily="18" charset="0"/>
              </a:rPr>
              <a:t>PDLPR [Recognition]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73174E1-7A86-A082-5646-0A81F511B314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33863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8F4C2-43EF-DE81-A45E-FF4C70ED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B26E939A-F2E0-617F-3E55-363D6D60DB8C}"/>
              </a:ext>
            </a:extLst>
          </p:cNvPr>
          <p:cNvSpPr/>
          <p:nvPr/>
        </p:nvSpPr>
        <p:spPr>
          <a:xfrm>
            <a:off x="411402" y="1053665"/>
            <a:ext cx="11381204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35BD74-BE07-FDC9-641B-4DFF272164F7}"/>
              </a:ext>
            </a:extLst>
          </p:cNvPr>
          <p:cNvSpPr txBox="1"/>
          <p:nvPr/>
        </p:nvSpPr>
        <p:spPr>
          <a:xfrm>
            <a:off x="5186172" y="1036524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IGFE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9382BDF-1C83-1B51-884F-FB5FDEF473FC}"/>
              </a:ext>
            </a:extLst>
          </p:cNvPr>
          <p:cNvSpPr>
            <a:spLocks/>
          </p:cNvSpPr>
          <p:nvPr/>
        </p:nvSpPr>
        <p:spPr>
          <a:xfrm>
            <a:off x="411401" y="2842461"/>
            <a:ext cx="11381205" cy="1627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90324ED-E86A-C2AE-7B4A-93EE6A918605}"/>
              </a:ext>
            </a:extLst>
          </p:cNvPr>
          <p:cNvSpPr txBox="1"/>
          <p:nvPr/>
        </p:nvSpPr>
        <p:spPr>
          <a:xfrm>
            <a:off x="4994700" y="2926176"/>
            <a:ext cx="220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latin typeface="+mj-lt"/>
                <a:cs typeface="Times New Roman" panose="02020603050405020304" pitchFamily="18" charset="0"/>
              </a:rPr>
              <a:t>Encoding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F561484-04D3-C76A-4232-91A95564B5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02" y="4751305"/>
            <a:ext cx="11381204" cy="1527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7FE7984-0658-C351-3CE9-E840C6FE88FA}"/>
              </a:ext>
            </a:extLst>
          </p:cNvPr>
          <p:cNvSpPr txBox="1"/>
          <p:nvPr/>
        </p:nvSpPr>
        <p:spPr>
          <a:xfrm>
            <a:off x="4804891" y="4718000"/>
            <a:ext cx="2497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latin typeface="+mj-lt"/>
                <a:cs typeface="Times New Roman" panose="02020603050405020304" pitchFamily="18" charset="0"/>
              </a:rPr>
              <a:t>Decoding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EC660871-EADA-E914-9AF4-325EC7D328BE}"/>
              </a:ext>
            </a:extLst>
          </p:cNvPr>
          <p:cNvSpPr/>
          <p:nvPr/>
        </p:nvSpPr>
        <p:spPr>
          <a:xfrm>
            <a:off x="1296475" y="3541985"/>
            <a:ext cx="163909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282C4D41-E1F3-0C60-B43F-A53E408C8FAF}"/>
              </a:ext>
            </a:extLst>
          </p:cNvPr>
          <p:cNvSpPr/>
          <p:nvPr/>
        </p:nvSpPr>
        <p:spPr>
          <a:xfrm>
            <a:off x="3478375" y="3554188"/>
            <a:ext cx="2904577" cy="5642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E3DC6648-F570-5952-D4A1-3EEC8C62AAAE}"/>
              </a:ext>
            </a:extLst>
          </p:cNvPr>
          <p:cNvSpPr/>
          <p:nvPr/>
        </p:nvSpPr>
        <p:spPr>
          <a:xfrm>
            <a:off x="9275322" y="3554188"/>
            <a:ext cx="174242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D0E9800-D43D-07D3-ABF0-6C7DDFB4E04E}"/>
              </a:ext>
            </a:extLst>
          </p:cNvPr>
          <p:cNvSpPr txBox="1"/>
          <p:nvPr/>
        </p:nvSpPr>
        <p:spPr>
          <a:xfrm>
            <a:off x="1296475" y="364708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CNN BLOCK 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6E5F4091-D150-D36F-ED71-D819E431FC2F}"/>
              </a:ext>
            </a:extLst>
          </p:cNvPr>
          <p:cNvSpPr/>
          <p:nvPr/>
        </p:nvSpPr>
        <p:spPr>
          <a:xfrm>
            <a:off x="7008848" y="3531475"/>
            <a:ext cx="163909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8AE813A-0AF1-5BE5-7939-CE736A5C9843}"/>
              </a:ext>
            </a:extLst>
          </p:cNvPr>
          <p:cNvSpPr txBox="1"/>
          <p:nvPr/>
        </p:nvSpPr>
        <p:spPr>
          <a:xfrm>
            <a:off x="7008848" y="364708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CNN BLOCK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78A7DB4A-2FCF-9E52-7013-000994B882C0}"/>
              </a:ext>
            </a:extLst>
          </p:cNvPr>
          <p:cNvSpPr txBox="1"/>
          <p:nvPr/>
        </p:nvSpPr>
        <p:spPr>
          <a:xfrm>
            <a:off x="3628745" y="3651649"/>
            <a:ext cx="264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Multi-Head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9CA6FB6-B585-C344-352F-DE24739AFD97}"/>
              </a:ext>
            </a:extLst>
          </p:cNvPr>
          <p:cNvSpPr txBox="1"/>
          <p:nvPr/>
        </p:nvSpPr>
        <p:spPr>
          <a:xfrm>
            <a:off x="9311423" y="365164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8F548D16-D209-7769-F764-7EF82B252801}"/>
              </a:ext>
            </a:extLst>
          </p:cNvPr>
          <p:cNvCxnSpPr>
            <a:cxnSpLocks/>
            <a:stCxn id="6" idx="1"/>
            <a:endCxn id="17" idx="1"/>
          </p:cNvCxnSpPr>
          <p:nvPr/>
        </p:nvCxnSpPr>
        <p:spPr>
          <a:xfrm>
            <a:off x="411401" y="3656046"/>
            <a:ext cx="885074" cy="1757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62243167-CFEB-FF16-A066-1DD37CF171E8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2935567" y="3831755"/>
            <a:ext cx="542808" cy="45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DDEC4D0A-787C-D6CF-7D25-137548B420B6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6382952" y="3831755"/>
            <a:ext cx="625896" cy="45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19404435-AD70-D71F-07A0-3688BBAB1FA8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647940" y="3831755"/>
            <a:ext cx="663483" cy="45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5125CE95-437C-49CF-EC72-A3867C283CED}"/>
              </a:ext>
            </a:extLst>
          </p:cNvPr>
          <p:cNvCxnSpPr>
            <a:cxnSpLocks/>
            <a:stCxn id="16" idx="3"/>
            <a:endCxn id="6" idx="3"/>
          </p:cNvCxnSpPr>
          <p:nvPr/>
        </p:nvCxnSpPr>
        <p:spPr>
          <a:xfrm flipV="1">
            <a:off x="11017744" y="3656046"/>
            <a:ext cx="774862" cy="1802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a gomito 64">
            <a:extLst>
              <a:ext uri="{FF2B5EF4-FFF2-40B4-BE49-F238E27FC236}">
                <a16:creationId xmlns:a16="http://schemas.microsoft.com/office/drawing/2014/main" id="{2AFA56A9-6869-EEA7-987B-B2864B23F9C2}"/>
              </a:ext>
            </a:extLst>
          </p:cNvPr>
          <p:cNvCxnSpPr>
            <a:cxnSpLocks/>
            <a:stCxn id="17" idx="1"/>
            <a:endCxn id="16" idx="2"/>
          </p:cNvCxnSpPr>
          <p:nvPr/>
        </p:nvCxnSpPr>
        <p:spPr>
          <a:xfrm rot="10800000" flipH="1" flipV="1">
            <a:off x="1296475" y="3831755"/>
            <a:ext cx="8850058" cy="286688"/>
          </a:xfrm>
          <a:prstGeom prst="bentConnector4">
            <a:avLst>
              <a:gd name="adj1" fmla="val -2583"/>
              <a:gd name="adj2" fmla="val 1797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BCF31369-D121-732F-87D4-070647A5AC69}"/>
              </a:ext>
            </a:extLst>
          </p:cNvPr>
          <p:cNvSpPr/>
          <p:nvPr/>
        </p:nvSpPr>
        <p:spPr>
          <a:xfrm>
            <a:off x="638551" y="5309345"/>
            <a:ext cx="2098179" cy="53356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2014D26F-6686-BBC8-7A8D-6FFCABA8E23B}"/>
              </a:ext>
            </a:extLst>
          </p:cNvPr>
          <p:cNvSpPr txBox="1"/>
          <p:nvPr/>
        </p:nvSpPr>
        <p:spPr>
          <a:xfrm>
            <a:off x="449096" y="5396171"/>
            <a:ext cx="242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Multi-Head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382BA538-FB3E-0DF0-329D-3AC233C1B991}"/>
              </a:ext>
            </a:extLst>
          </p:cNvPr>
          <p:cNvSpPr/>
          <p:nvPr/>
        </p:nvSpPr>
        <p:spPr>
          <a:xfrm>
            <a:off x="5209574" y="5309346"/>
            <a:ext cx="1694933" cy="5642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3AFCA98B-069F-BB86-398F-F5545F51821F}"/>
              </a:ext>
            </a:extLst>
          </p:cNvPr>
          <p:cNvSpPr txBox="1"/>
          <p:nvPr/>
        </p:nvSpPr>
        <p:spPr>
          <a:xfrm>
            <a:off x="5234085" y="5401973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Cross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C800A0EE-1197-79C9-D0A4-FC3E41A8AC9A}"/>
              </a:ext>
            </a:extLst>
          </p:cNvPr>
          <p:cNvSpPr/>
          <p:nvPr/>
        </p:nvSpPr>
        <p:spPr>
          <a:xfrm>
            <a:off x="9068083" y="5309346"/>
            <a:ext cx="720411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A5F395C9-2FF9-34A5-8519-9F1228215336}"/>
              </a:ext>
            </a:extLst>
          </p:cNvPr>
          <p:cNvSpPr/>
          <p:nvPr/>
        </p:nvSpPr>
        <p:spPr>
          <a:xfrm>
            <a:off x="3363552" y="5299676"/>
            <a:ext cx="1563224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057A1F33-0847-17EE-7166-553DCEB5AD4C}"/>
              </a:ext>
            </a:extLst>
          </p:cNvPr>
          <p:cNvSpPr txBox="1"/>
          <p:nvPr/>
        </p:nvSpPr>
        <p:spPr>
          <a:xfrm>
            <a:off x="3184993" y="5376117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0" name="Rettangolo con angoli arrotondati 79">
            <a:extLst>
              <a:ext uri="{FF2B5EF4-FFF2-40B4-BE49-F238E27FC236}">
                <a16:creationId xmlns:a16="http://schemas.microsoft.com/office/drawing/2014/main" id="{3BBBB60F-BC76-4BF5-EE95-862499C7CD9D}"/>
              </a:ext>
            </a:extLst>
          </p:cNvPr>
          <p:cNvSpPr/>
          <p:nvPr/>
        </p:nvSpPr>
        <p:spPr>
          <a:xfrm>
            <a:off x="7334262" y="5340877"/>
            <a:ext cx="1313678" cy="49498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2764B4B7-9519-D47C-E370-A0D23CF6D0A6}"/>
              </a:ext>
            </a:extLst>
          </p:cNvPr>
          <p:cNvSpPr txBox="1"/>
          <p:nvPr/>
        </p:nvSpPr>
        <p:spPr>
          <a:xfrm>
            <a:off x="7166749" y="5407127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8B859F68-261E-A184-EAA1-ECF85266B11F}"/>
              </a:ext>
            </a:extLst>
          </p:cNvPr>
          <p:cNvSpPr/>
          <p:nvPr/>
        </p:nvSpPr>
        <p:spPr>
          <a:xfrm>
            <a:off x="10198494" y="5299676"/>
            <a:ext cx="1257782" cy="53618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06164D34-61F3-BF2B-D7F1-72DD1EE66C65}"/>
              </a:ext>
            </a:extLst>
          </p:cNvPr>
          <p:cNvSpPr txBox="1"/>
          <p:nvPr/>
        </p:nvSpPr>
        <p:spPr>
          <a:xfrm>
            <a:off x="10050736" y="5409651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F73C904A-F49E-2BD5-34A5-92DC92C6A4E8}"/>
              </a:ext>
            </a:extLst>
          </p:cNvPr>
          <p:cNvSpPr txBox="1"/>
          <p:nvPr/>
        </p:nvSpPr>
        <p:spPr>
          <a:xfrm>
            <a:off x="9056775" y="5409651"/>
            <a:ext cx="78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FFN</a:t>
            </a:r>
          </a:p>
        </p:txBody>
      </p: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4A570295-CB6C-DCF0-A395-54E5910F6B05}"/>
              </a:ext>
            </a:extLst>
          </p:cNvPr>
          <p:cNvCxnSpPr>
            <a:cxnSpLocks/>
            <a:stCxn id="9" idx="1"/>
            <a:endCxn id="72" idx="1"/>
          </p:cNvCxnSpPr>
          <p:nvPr/>
        </p:nvCxnSpPr>
        <p:spPr>
          <a:xfrm>
            <a:off x="411402" y="5514829"/>
            <a:ext cx="227149" cy="6129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45B4C130-653A-BF08-B092-376545C68E8A}"/>
              </a:ext>
            </a:extLst>
          </p:cNvPr>
          <p:cNvCxnSpPr>
            <a:cxnSpLocks/>
            <a:stCxn id="72" idx="3"/>
            <a:endCxn id="78" idx="1"/>
          </p:cNvCxnSpPr>
          <p:nvPr/>
        </p:nvCxnSpPr>
        <p:spPr>
          <a:xfrm>
            <a:off x="2736730" y="5576128"/>
            <a:ext cx="626822" cy="567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2 100">
            <a:extLst>
              <a:ext uri="{FF2B5EF4-FFF2-40B4-BE49-F238E27FC236}">
                <a16:creationId xmlns:a16="http://schemas.microsoft.com/office/drawing/2014/main" id="{ADAF38BC-9722-11D2-F77F-FDB0B15FEEF0}"/>
              </a:ext>
            </a:extLst>
          </p:cNvPr>
          <p:cNvCxnSpPr>
            <a:cxnSpLocks/>
            <a:stCxn id="78" idx="3"/>
            <a:endCxn id="74" idx="1"/>
          </p:cNvCxnSpPr>
          <p:nvPr/>
        </p:nvCxnSpPr>
        <p:spPr>
          <a:xfrm>
            <a:off x="4926776" y="5581804"/>
            <a:ext cx="282798" cy="96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2 105">
            <a:extLst>
              <a:ext uri="{FF2B5EF4-FFF2-40B4-BE49-F238E27FC236}">
                <a16:creationId xmlns:a16="http://schemas.microsoft.com/office/drawing/2014/main" id="{8821BF81-0BC4-1F4C-A857-5751D67DB316}"/>
              </a:ext>
            </a:extLst>
          </p:cNvPr>
          <p:cNvCxnSpPr>
            <a:cxnSpLocks/>
            <a:stCxn id="74" idx="3"/>
            <a:endCxn id="80" idx="1"/>
          </p:cNvCxnSpPr>
          <p:nvPr/>
        </p:nvCxnSpPr>
        <p:spPr>
          <a:xfrm flipV="1">
            <a:off x="6904507" y="5588371"/>
            <a:ext cx="429755" cy="3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E806ED31-365D-AB2C-A8F5-CA0D17A5049D}"/>
              </a:ext>
            </a:extLst>
          </p:cNvPr>
          <p:cNvCxnSpPr>
            <a:cxnSpLocks/>
            <a:stCxn id="80" idx="3"/>
            <a:endCxn id="76" idx="1"/>
          </p:cNvCxnSpPr>
          <p:nvPr/>
        </p:nvCxnSpPr>
        <p:spPr>
          <a:xfrm>
            <a:off x="8647940" y="5588371"/>
            <a:ext cx="420143" cy="3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F88FD962-DA57-E8E6-52B3-02AF70C7FD83}"/>
              </a:ext>
            </a:extLst>
          </p:cNvPr>
          <p:cNvCxnSpPr>
            <a:cxnSpLocks/>
            <a:stCxn id="76" idx="3"/>
            <a:endCxn id="84" idx="1"/>
          </p:cNvCxnSpPr>
          <p:nvPr/>
        </p:nvCxnSpPr>
        <p:spPr>
          <a:xfrm flipV="1">
            <a:off x="9788494" y="5567771"/>
            <a:ext cx="410000" cy="237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2 124">
            <a:extLst>
              <a:ext uri="{FF2B5EF4-FFF2-40B4-BE49-F238E27FC236}">
                <a16:creationId xmlns:a16="http://schemas.microsoft.com/office/drawing/2014/main" id="{B5FE5C9A-8164-3AE5-7FA8-16CA83C5610B}"/>
              </a:ext>
            </a:extLst>
          </p:cNvPr>
          <p:cNvCxnSpPr>
            <a:cxnSpLocks/>
            <a:stCxn id="84" idx="3"/>
            <a:endCxn id="9" idx="3"/>
          </p:cNvCxnSpPr>
          <p:nvPr/>
        </p:nvCxnSpPr>
        <p:spPr>
          <a:xfrm flipV="1">
            <a:off x="11456276" y="5514829"/>
            <a:ext cx="336330" cy="529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ttore a gomito 131">
            <a:extLst>
              <a:ext uri="{FF2B5EF4-FFF2-40B4-BE49-F238E27FC236}">
                <a16:creationId xmlns:a16="http://schemas.microsoft.com/office/drawing/2014/main" id="{71006060-6644-8721-842A-5FC1ECCC3149}"/>
              </a:ext>
            </a:extLst>
          </p:cNvPr>
          <p:cNvCxnSpPr>
            <a:cxnSpLocks/>
            <a:stCxn id="73" idx="1"/>
            <a:endCxn id="78" idx="2"/>
          </p:cNvCxnSpPr>
          <p:nvPr/>
        </p:nvCxnSpPr>
        <p:spPr>
          <a:xfrm rot="10800000" flipH="1" flipV="1">
            <a:off x="449096" y="5580837"/>
            <a:ext cx="3696068" cy="283094"/>
          </a:xfrm>
          <a:prstGeom prst="bentConnector4">
            <a:avLst>
              <a:gd name="adj1" fmla="val 640"/>
              <a:gd name="adj2" fmla="val 1807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FE2B5C05-66A6-32BF-B510-A019A78F7791}"/>
              </a:ext>
            </a:extLst>
          </p:cNvPr>
          <p:cNvCxnSpPr>
            <a:cxnSpLocks/>
            <a:stCxn id="75" idx="1"/>
            <a:endCxn id="80" idx="2"/>
          </p:cNvCxnSpPr>
          <p:nvPr/>
        </p:nvCxnSpPr>
        <p:spPr>
          <a:xfrm rot="10800000" flipH="1" flipV="1">
            <a:off x="5234085" y="5586639"/>
            <a:ext cx="2757016" cy="249226"/>
          </a:xfrm>
          <a:prstGeom prst="bentConnector4">
            <a:avLst>
              <a:gd name="adj1" fmla="val -8292"/>
              <a:gd name="adj2" fmla="val 1917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9DEEBE44-392B-F387-B933-6942AEB6CF82}"/>
              </a:ext>
            </a:extLst>
          </p:cNvPr>
          <p:cNvCxnSpPr>
            <a:cxnSpLocks/>
            <a:stCxn id="86" idx="1"/>
            <a:endCxn id="84" idx="2"/>
          </p:cNvCxnSpPr>
          <p:nvPr/>
        </p:nvCxnSpPr>
        <p:spPr>
          <a:xfrm rot="10800000" flipH="1" flipV="1">
            <a:off x="9056775" y="5594317"/>
            <a:ext cx="1770610" cy="241548"/>
          </a:xfrm>
          <a:prstGeom prst="bentConnector4">
            <a:avLst>
              <a:gd name="adj1" fmla="val -12911"/>
              <a:gd name="adj2" fmla="val 1946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ttangolo con angoli arrotondati 141">
            <a:extLst>
              <a:ext uri="{FF2B5EF4-FFF2-40B4-BE49-F238E27FC236}">
                <a16:creationId xmlns:a16="http://schemas.microsoft.com/office/drawing/2014/main" id="{022116C6-F8CE-DC04-9E9E-07E1444F3466}"/>
              </a:ext>
            </a:extLst>
          </p:cNvPr>
          <p:cNvSpPr/>
          <p:nvPr/>
        </p:nvSpPr>
        <p:spPr>
          <a:xfrm>
            <a:off x="680035" y="1611195"/>
            <a:ext cx="90391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3" name="Rettangolo con angoli arrotondati 142">
            <a:extLst>
              <a:ext uri="{FF2B5EF4-FFF2-40B4-BE49-F238E27FC236}">
                <a16:creationId xmlns:a16="http://schemas.microsoft.com/office/drawing/2014/main" id="{0A22F527-BE75-E1C7-351D-34E9299D039A}"/>
              </a:ext>
            </a:extLst>
          </p:cNvPr>
          <p:cNvSpPr/>
          <p:nvPr/>
        </p:nvSpPr>
        <p:spPr>
          <a:xfrm>
            <a:off x="1954796" y="1609706"/>
            <a:ext cx="1109171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4" name="Rettangolo con angoli arrotondati 143">
            <a:extLst>
              <a:ext uri="{FF2B5EF4-FFF2-40B4-BE49-F238E27FC236}">
                <a16:creationId xmlns:a16="http://schemas.microsoft.com/office/drawing/2014/main" id="{B385D084-717E-C884-1FBC-9B464B0AB6CD}"/>
              </a:ext>
            </a:extLst>
          </p:cNvPr>
          <p:cNvSpPr/>
          <p:nvPr/>
        </p:nvSpPr>
        <p:spPr>
          <a:xfrm>
            <a:off x="3508667" y="1609706"/>
            <a:ext cx="1083568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287804CE-B534-994D-A5B0-15ED077AA349}"/>
              </a:ext>
            </a:extLst>
          </p:cNvPr>
          <p:cNvSpPr txBox="1"/>
          <p:nvPr/>
        </p:nvSpPr>
        <p:spPr>
          <a:xfrm>
            <a:off x="1895481" y="1707168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146" name="Connettore 2 145">
            <a:extLst>
              <a:ext uri="{FF2B5EF4-FFF2-40B4-BE49-F238E27FC236}">
                <a16:creationId xmlns:a16="http://schemas.microsoft.com/office/drawing/2014/main" id="{2804F6F0-C024-23CF-5B53-1F9F6EF437D1}"/>
              </a:ext>
            </a:extLst>
          </p:cNvPr>
          <p:cNvCxnSpPr>
            <a:cxnSpLocks/>
            <a:stCxn id="142" idx="3"/>
            <a:endCxn id="143" idx="1"/>
          </p:cNvCxnSpPr>
          <p:nvPr/>
        </p:nvCxnSpPr>
        <p:spPr>
          <a:xfrm flipV="1">
            <a:off x="1583947" y="1891834"/>
            <a:ext cx="370849" cy="148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>
            <a:extLst>
              <a:ext uri="{FF2B5EF4-FFF2-40B4-BE49-F238E27FC236}">
                <a16:creationId xmlns:a16="http://schemas.microsoft.com/office/drawing/2014/main" id="{2317F0E6-F327-075E-7D3E-1D28D18EF74A}"/>
              </a:ext>
            </a:extLst>
          </p:cNvPr>
          <p:cNvCxnSpPr>
            <a:cxnSpLocks/>
            <a:stCxn id="143" idx="3"/>
            <a:endCxn id="144" idx="1"/>
          </p:cNvCxnSpPr>
          <p:nvPr/>
        </p:nvCxnSpPr>
        <p:spPr>
          <a:xfrm>
            <a:off x="3063967" y="1891834"/>
            <a:ext cx="4447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51">
            <a:extLst>
              <a:ext uri="{FF2B5EF4-FFF2-40B4-BE49-F238E27FC236}">
                <a16:creationId xmlns:a16="http://schemas.microsoft.com/office/drawing/2014/main" id="{0D7EBB98-0924-8C38-29D3-C3C6C6DF8992}"/>
              </a:ext>
            </a:extLst>
          </p:cNvPr>
          <p:cNvCxnSpPr>
            <a:cxnSpLocks/>
            <a:stCxn id="144" idx="3"/>
            <a:endCxn id="155" idx="1"/>
          </p:cNvCxnSpPr>
          <p:nvPr/>
        </p:nvCxnSpPr>
        <p:spPr>
          <a:xfrm flipV="1">
            <a:off x="4592235" y="1891589"/>
            <a:ext cx="423772" cy="2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ttangolo con angoli arrotondati 154">
            <a:extLst>
              <a:ext uri="{FF2B5EF4-FFF2-40B4-BE49-F238E27FC236}">
                <a16:creationId xmlns:a16="http://schemas.microsoft.com/office/drawing/2014/main" id="{B1DC97A0-5C74-BE10-4644-835BD059E44B}"/>
              </a:ext>
            </a:extLst>
          </p:cNvPr>
          <p:cNvSpPr/>
          <p:nvPr/>
        </p:nvSpPr>
        <p:spPr>
          <a:xfrm>
            <a:off x="5016007" y="1609461"/>
            <a:ext cx="1446786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8" name="Connettore 2 157">
            <a:extLst>
              <a:ext uri="{FF2B5EF4-FFF2-40B4-BE49-F238E27FC236}">
                <a16:creationId xmlns:a16="http://schemas.microsoft.com/office/drawing/2014/main" id="{C9C0802E-BF8A-E2E5-82DD-DF472D260A16}"/>
              </a:ext>
            </a:extLst>
          </p:cNvPr>
          <p:cNvCxnSpPr>
            <a:cxnSpLocks/>
            <a:stCxn id="155" idx="3"/>
            <a:endCxn id="160" idx="1"/>
          </p:cNvCxnSpPr>
          <p:nvPr/>
        </p:nvCxnSpPr>
        <p:spPr>
          <a:xfrm flipV="1">
            <a:off x="6462793" y="1890488"/>
            <a:ext cx="296351" cy="1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ttangolo con angoli arrotondati 159">
            <a:extLst>
              <a:ext uri="{FF2B5EF4-FFF2-40B4-BE49-F238E27FC236}">
                <a16:creationId xmlns:a16="http://schemas.microsoft.com/office/drawing/2014/main" id="{28B56562-C82A-1E1C-EB40-CD5C53CC0058}"/>
              </a:ext>
            </a:extLst>
          </p:cNvPr>
          <p:cNvSpPr/>
          <p:nvPr/>
        </p:nvSpPr>
        <p:spPr>
          <a:xfrm>
            <a:off x="6759144" y="1608360"/>
            <a:ext cx="1083568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DF316C8E-6ACC-309B-8FC9-0DD194CE0BEA}"/>
              </a:ext>
            </a:extLst>
          </p:cNvPr>
          <p:cNvSpPr txBox="1"/>
          <p:nvPr/>
        </p:nvSpPr>
        <p:spPr>
          <a:xfrm>
            <a:off x="3455744" y="1713839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6A5586E8-D5C9-480F-B5A4-AF14DC674CD0}"/>
              </a:ext>
            </a:extLst>
          </p:cNvPr>
          <p:cNvSpPr/>
          <p:nvPr/>
        </p:nvSpPr>
        <p:spPr>
          <a:xfrm>
            <a:off x="8367379" y="1608359"/>
            <a:ext cx="1044330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CE99474A-77D6-085E-DC04-BCAADCEA4458}"/>
              </a:ext>
            </a:extLst>
          </p:cNvPr>
          <p:cNvSpPr/>
          <p:nvPr/>
        </p:nvSpPr>
        <p:spPr>
          <a:xfrm>
            <a:off x="10050737" y="1609462"/>
            <a:ext cx="1377854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6" name="CasellaDiTesto 185">
            <a:extLst>
              <a:ext uri="{FF2B5EF4-FFF2-40B4-BE49-F238E27FC236}">
                <a16:creationId xmlns:a16="http://schemas.microsoft.com/office/drawing/2014/main" id="{B754926B-E245-FCFD-C9BF-99532FF51F35}"/>
              </a:ext>
            </a:extLst>
          </p:cNvPr>
          <p:cNvSpPr txBox="1"/>
          <p:nvPr/>
        </p:nvSpPr>
        <p:spPr>
          <a:xfrm>
            <a:off x="6695528" y="1698458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187" name="Connettore 2 186">
            <a:extLst>
              <a:ext uri="{FF2B5EF4-FFF2-40B4-BE49-F238E27FC236}">
                <a16:creationId xmlns:a16="http://schemas.microsoft.com/office/drawing/2014/main" id="{94AB6FE9-91C0-A481-6AF3-22BF53A34991}"/>
              </a:ext>
            </a:extLst>
          </p:cNvPr>
          <p:cNvCxnSpPr>
            <a:cxnSpLocks/>
            <a:stCxn id="160" idx="3"/>
            <a:endCxn id="183" idx="1"/>
          </p:cNvCxnSpPr>
          <p:nvPr/>
        </p:nvCxnSpPr>
        <p:spPr>
          <a:xfrm flipV="1">
            <a:off x="7842712" y="1890487"/>
            <a:ext cx="52466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CasellaDiTesto 191">
            <a:extLst>
              <a:ext uri="{FF2B5EF4-FFF2-40B4-BE49-F238E27FC236}">
                <a16:creationId xmlns:a16="http://schemas.microsoft.com/office/drawing/2014/main" id="{B7356459-13DD-CC8E-7376-FD8BF76AB9B2}"/>
              </a:ext>
            </a:extLst>
          </p:cNvPr>
          <p:cNvSpPr txBox="1"/>
          <p:nvPr/>
        </p:nvSpPr>
        <p:spPr>
          <a:xfrm>
            <a:off x="611444" y="1719511"/>
            <a:ext cx="9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E2024623-8490-CE4F-6F3B-D62A8055D9D7}"/>
              </a:ext>
            </a:extLst>
          </p:cNvPr>
          <p:cNvSpPr txBox="1"/>
          <p:nvPr/>
        </p:nvSpPr>
        <p:spPr>
          <a:xfrm>
            <a:off x="4931371" y="1698458"/>
            <a:ext cx="156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Down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Sampl</a:t>
            </a:r>
            <a:r>
              <a:rPr lang="it-IT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2" name="CasellaDiTesto 211">
            <a:extLst>
              <a:ext uri="{FF2B5EF4-FFF2-40B4-BE49-F238E27FC236}">
                <a16:creationId xmlns:a16="http://schemas.microsoft.com/office/drawing/2014/main" id="{CC0DF787-9380-0F76-3EE6-0EB25AEC4375}"/>
              </a:ext>
            </a:extLst>
          </p:cNvPr>
          <p:cNvSpPr txBox="1"/>
          <p:nvPr/>
        </p:nvSpPr>
        <p:spPr>
          <a:xfrm>
            <a:off x="8266417" y="1713839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213" name="Connettore 2 212">
            <a:extLst>
              <a:ext uri="{FF2B5EF4-FFF2-40B4-BE49-F238E27FC236}">
                <a16:creationId xmlns:a16="http://schemas.microsoft.com/office/drawing/2014/main" id="{BFB0A3A4-8EE0-2545-B60D-E502554FEBCE}"/>
              </a:ext>
            </a:extLst>
          </p:cNvPr>
          <p:cNvCxnSpPr>
            <a:cxnSpLocks/>
            <a:stCxn id="183" idx="3"/>
            <a:endCxn id="184" idx="1"/>
          </p:cNvCxnSpPr>
          <p:nvPr/>
        </p:nvCxnSpPr>
        <p:spPr>
          <a:xfrm>
            <a:off x="9411709" y="1890487"/>
            <a:ext cx="639028" cy="1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CasellaDiTesto 215">
            <a:extLst>
              <a:ext uri="{FF2B5EF4-FFF2-40B4-BE49-F238E27FC236}">
                <a16:creationId xmlns:a16="http://schemas.microsoft.com/office/drawing/2014/main" id="{7DE8DAAD-06A1-3078-C7C3-1E7FF77D0261}"/>
              </a:ext>
            </a:extLst>
          </p:cNvPr>
          <p:cNvSpPr txBox="1"/>
          <p:nvPr/>
        </p:nvSpPr>
        <p:spPr>
          <a:xfrm>
            <a:off x="9947309" y="1698458"/>
            <a:ext cx="156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Down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Sampl</a:t>
            </a:r>
            <a:r>
              <a:rPr lang="it-IT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220" name="Connettore 2 219">
            <a:extLst>
              <a:ext uri="{FF2B5EF4-FFF2-40B4-BE49-F238E27FC236}">
                <a16:creationId xmlns:a16="http://schemas.microsoft.com/office/drawing/2014/main" id="{7A1B6D22-AB9E-85C2-36BE-A15F0BD3FA9B}"/>
              </a:ext>
            </a:extLst>
          </p:cNvPr>
          <p:cNvCxnSpPr>
            <a:cxnSpLocks/>
            <a:stCxn id="184" idx="3"/>
            <a:endCxn id="2" idx="3"/>
          </p:cNvCxnSpPr>
          <p:nvPr/>
        </p:nvCxnSpPr>
        <p:spPr>
          <a:xfrm flipV="1">
            <a:off x="11428591" y="1817189"/>
            <a:ext cx="364015" cy="744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ttore 2 226">
            <a:extLst>
              <a:ext uri="{FF2B5EF4-FFF2-40B4-BE49-F238E27FC236}">
                <a16:creationId xmlns:a16="http://schemas.microsoft.com/office/drawing/2014/main" id="{301D5B09-AF2A-9C3E-58FD-8A5E61273B68}"/>
              </a:ext>
            </a:extLst>
          </p:cNvPr>
          <p:cNvCxnSpPr>
            <a:cxnSpLocks/>
            <a:stCxn id="2" idx="1"/>
            <a:endCxn id="142" idx="1"/>
          </p:cNvCxnSpPr>
          <p:nvPr/>
        </p:nvCxnSpPr>
        <p:spPr>
          <a:xfrm>
            <a:off x="411402" y="1817189"/>
            <a:ext cx="268633" cy="761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ttangolo con angoli arrotondati 237">
            <a:extLst>
              <a:ext uri="{FF2B5EF4-FFF2-40B4-BE49-F238E27FC236}">
                <a16:creationId xmlns:a16="http://schemas.microsoft.com/office/drawing/2014/main" id="{6AFB15F1-DAB8-45EB-1514-6EA942862209}"/>
              </a:ext>
            </a:extLst>
          </p:cNvPr>
          <p:cNvSpPr/>
          <p:nvPr/>
        </p:nvSpPr>
        <p:spPr>
          <a:xfrm>
            <a:off x="405398" y="4736531"/>
            <a:ext cx="11381204" cy="152704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239" name="Rettangolo con angoli arrotondati 238">
            <a:extLst>
              <a:ext uri="{FF2B5EF4-FFF2-40B4-BE49-F238E27FC236}">
                <a16:creationId xmlns:a16="http://schemas.microsoft.com/office/drawing/2014/main" id="{FD0D1EEB-95AA-18A2-6201-0A5063BBAE99}"/>
              </a:ext>
            </a:extLst>
          </p:cNvPr>
          <p:cNvSpPr>
            <a:spLocks/>
          </p:cNvSpPr>
          <p:nvPr/>
        </p:nvSpPr>
        <p:spPr>
          <a:xfrm>
            <a:off x="411401" y="2847170"/>
            <a:ext cx="11381205" cy="162717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6EBDB5FE-95F4-8622-F947-57A3BB05D527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Focus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5F71920-9B89-6581-A060-5F56AEB5CE23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486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4DF74-DACE-E45C-1B45-2F8FFBFB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FF412643-79D2-AE22-0898-51C2C3A695EC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6E2D5ECC-198F-E691-1979-7F78993798F6}"/>
              </a:ext>
            </a:extLst>
          </p:cNvPr>
          <p:cNvSpPr/>
          <p:nvPr/>
        </p:nvSpPr>
        <p:spPr>
          <a:xfrm>
            <a:off x="411402" y="1053665"/>
            <a:ext cx="11381204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EA4417-3010-7B55-C4B1-10DB41E4E393}"/>
              </a:ext>
            </a:extLst>
          </p:cNvPr>
          <p:cNvSpPr txBox="1"/>
          <p:nvPr/>
        </p:nvSpPr>
        <p:spPr>
          <a:xfrm>
            <a:off x="5186172" y="1036524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IGFE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895C53C-FEC5-7054-A731-A37470F9A401}"/>
              </a:ext>
            </a:extLst>
          </p:cNvPr>
          <p:cNvSpPr>
            <a:spLocks/>
          </p:cNvSpPr>
          <p:nvPr/>
        </p:nvSpPr>
        <p:spPr>
          <a:xfrm>
            <a:off x="411401" y="2842461"/>
            <a:ext cx="11381205" cy="1627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FA8D1B3-4A0F-7165-6237-B66A57D66DC0}"/>
              </a:ext>
            </a:extLst>
          </p:cNvPr>
          <p:cNvSpPr txBox="1"/>
          <p:nvPr/>
        </p:nvSpPr>
        <p:spPr>
          <a:xfrm>
            <a:off x="4994700" y="2926176"/>
            <a:ext cx="220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latin typeface="+mj-lt"/>
                <a:cs typeface="Times New Roman" panose="02020603050405020304" pitchFamily="18" charset="0"/>
              </a:rPr>
              <a:t>Encoding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A1C366D-6B1D-CF2C-7C86-83EFFD300D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02" y="4751305"/>
            <a:ext cx="11381204" cy="1527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1C51443-1241-6452-5D27-5D5A73B8E570}"/>
              </a:ext>
            </a:extLst>
          </p:cNvPr>
          <p:cNvSpPr txBox="1"/>
          <p:nvPr/>
        </p:nvSpPr>
        <p:spPr>
          <a:xfrm>
            <a:off x="4804891" y="4718000"/>
            <a:ext cx="2497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latin typeface="+mj-lt"/>
                <a:cs typeface="Times New Roman" panose="02020603050405020304" pitchFamily="18" charset="0"/>
              </a:rPr>
              <a:t>Decoding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E61E94F-147E-2A8F-1899-3ABE38B98F93}"/>
              </a:ext>
            </a:extLst>
          </p:cNvPr>
          <p:cNvSpPr/>
          <p:nvPr/>
        </p:nvSpPr>
        <p:spPr>
          <a:xfrm>
            <a:off x="1296475" y="3541985"/>
            <a:ext cx="163909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49054DC7-E1BE-92F5-70B7-1AA38FEA6D01}"/>
              </a:ext>
            </a:extLst>
          </p:cNvPr>
          <p:cNvSpPr/>
          <p:nvPr/>
        </p:nvSpPr>
        <p:spPr>
          <a:xfrm>
            <a:off x="3478375" y="3554188"/>
            <a:ext cx="2904577" cy="5642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62C4E4F3-824A-A012-4A24-E451F70EEEC5}"/>
              </a:ext>
            </a:extLst>
          </p:cNvPr>
          <p:cNvSpPr/>
          <p:nvPr/>
        </p:nvSpPr>
        <p:spPr>
          <a:xfrm>
            <a:off x="9275322" y="3554188"/>
            <a:ext cx="174242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4118A04-196E-FD80-FB55-1953093BEB0C}"/>
              </a:ext>
            </a:extLst>
          </p:cNvPr>
          <p:cNvSpPr txBox="1"/>
          <p:nvPr/>
        </p:nvSpPr>
        <p:spPr>
          <a:xfrm>
            <a:off x="1296475" y="364708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CNN BLOCK 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57396F72-89D2-9256-1506-FDAF3AF8045F}"/>
              </a:ext>
            </a:extLst>
          </p:cNvPr>
          <p:cNvSpPr/>
          <p:nvPr/>
        </p:nvSpPr>
        <p:spPr>
          <a:xfrm>
            <a:off x="7008848" y="3531475"/>
            <a:ext cx="163909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DAAFCB0-4227-9FFA-43B8-46F757DF60CA}"/>
              </a:ext>
            </a:extLst>
          </p:cNvPr>
          <p:cNvSpPr txBox="1"/>
          <p:nvPr/>
        </p:nvSpPr>
        <p:spPr>
          <a:xfrm>
            <a:off x="7008848" y="364708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CNN BLOCK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6C54034-6F0F-6B9A-B52A-5A5C175B1B75}"/>
              </a:ext>
            </a:extLst>
          </p:cNvPr>
          <p:cNvSpPr txBox="1"/>
          <p:nvPr/>
        </p:nvSpPr>
        <p:spPr>
          <a:xfrm>
            <a:off x="3628745" y="3651649"/>
            <a:ext cx="264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Multi-Head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A66B949-8479-4EA4-0EB6-8AF0B743EF1A}"/>
              </a:ext>
            </a:extLst>
          </p:cNvPr>
          <p:cNvSpPr txBox="1"/>
          <p:nvPr/>
        </p:nvSpPr>
        <p:spPr>
          <a:xfrm>
            <a:off x="9311423" y="365164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E173EC84-5610-03DA-3C77-344B44D1C442}"/>
              </a:ext>
            </a:extLst>
          </p:cNvPr>
          <p:cNvCxnSpPr>
            <a:cxnSpLocks/>
            <a:stCxn id="6" idx="1"/>
            <a:endCxn id="17" idx="1"/>
          </p:cNvCxnSpPr>
          <p:nvPr/>
        </p:nvCxnSpPr>
        <p:spPr>
          <a:xfrm>
            <a:off x="411401" y="3656046"/>
            <a:ext cx="885074" cy="1757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B1323966-FFD8-F0EE-50E1-C255F289B61B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2935567" y="3831755"/>
            <a:ext cx="542808" cy="45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1BAA4003-3A72-D44A-41A4-A74ABF4022D9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6382952" y="3831755"/>
            <a:ext cx="625896" cy="45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EFE4C465-B82E-CDD2-A753-48E8526464D9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647940" y="3831755"/>
            <a:ext cx="663483" cy="45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D5D56A40-27B0-B1C2-B775-9CE00BAF3B4A}"/>
              </a:ext>
            </a:extLst>
          </p:cNvPr>
          <p:cNvCxnSpPr>
            <a:cxnSpLocks/>
            <a:stCxn id="16" idx="3"/>
            <a:endCxn id="6" idx="3"/>
          </p:cNvCxnSpPr>
          <p:nvPr/>
        </p:nvCxnSpPr>
        <p:spPr>
          <a:xfrm flipV="1">
            <a:off x="11017744" y="3656046"/>
            <a:ext cx="774862" cy="1802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a gomito 64">
            <a:extLst>
              <a:ext uri="{FF2B5EF4-FFF2-40B4-BE49-F238E27FC236}">
                <a16:creationId xmlns:a16="http://schemas.microsoft.com/office/drawing/2014/main" id="{6B944CD8-D396-9237-EAC8-8B30E5B4F484}"/>
              </a:ext>
            </a:extLst>
          </p:cNvPr>
          <p:cNvCxnSpPr>
            <a:cxnSpLocks/>
            <a:stCxn id="17" idx="1"/>
            <a:endCxn id="16" idx="2"/>
          </p:cNvCxnSpPr>
          <p:nvPr/>
        </p:nvCxnSpPr>
        <p:spPr>
          <a:xfrm rot="10800000" flipH="1" flipV="1">
            <a:off x="1296475" y="3831755"/>
            <a:ext cx="8850058" cy="286688"/>
          </a:xfrm>
          <a:prstGeom prst="bentConnector4">
            <a:avLst>
              <a:gd name="adj1" fmla="val -2583"/>
              <a:gd name="adj2" fmla="val 1797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674F6FF5-9F3D-9412-FDD5-E66C46C966A0}"/>
              </a:ext>
            </a:extLst>
          </p:cNvPr>
          <p:cNvSpPr/>
          <p:nvPr/>
        </p:nvSpPr>
        <p:spPr>
          <a:xfrm>
            <a:off x="638551" y="5309345"/>
            <a:ext cx="2098179" cy="53356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E26C132D-7B94-1FA6-2D08-E640A493EF7A}"/>
              </a:ext>
            </a:extLst>
          </p:cNvPr>
          <p:cNvSpPr txBox="1"/>
          <p:nvPr/>
        </p:nvSpPr>
        <p:spPr>
          <a:xfrm>
            <a:off x="449096" y="5396171"/>
            <a:ext cx="242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Multi-Head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087186DB-C81F-4981-FF61-2B09B5CA888B}"/>
              </a:ext>
            </a:extLst>
          </p:cNvPr>
          <p:cNvSpPr/>
          <p:nvPr/>
        </p:nvSpPr>
        <p:spPr>
          <a:xfrm>
            <a:off x="5209574" y="5309346"/>
            <a:ext cx="1694933" cy="5642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637056F8-E77B-74FB-167A-B3192D9E05BB}"/>
              </a:ext>
            </a:extLst>
          </p:cNvPr>
          <p:cNvSpPr txBox="1"/>
          <p:nvPr/>
        </p:nvSpPr>
        <p:spPr>
          <a:xfrm>
            <a:off x="5234085" y="5401973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Cross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51811BDB-4023-C214-3B70-A8704545D84E}"/>
              </a:ext>
            </a:extLst>
          </p:cNvPr>
          <p:cNvSpPr/>
          <p:nvPr/>
        </p:nvSpPr>
        <p:spPr>
          <a:xfrm>
            <a:off x="9068083" y="5309346"/>
            <a:ext cx="720411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EAC54793-929C-262C-46D5-D2EFAF6B15E0}"/>
              </a:ext>
            </a:extLst>
          </p:cNvPr>
          <p:cNvSpPr/>
          <p:nvPr/>
        </p:nvSpPr>
        <p:spPr>
          <a:xfrm>
            <a:off x="3363552" y="5299676"/>
            <a:ext cx="1563224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A9A5769F-C69C-196D-8689-54357A1FFB4B}"/>
              </a:ext>
            </a:extLst>
          </p:cNvPr>
          <p:cNvSpPr txBox="1"/>
          <p:nvPr/>
        </p:nvSpPr>
        <p:spPr>
          <a:xfrm>
            <a:off x="3184993" y="5376117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0" name="Rettangolo con angoli arrotondati 79">
            <a:extLst>
              <a:ext uri="{FF2B5EF4-FFF2-40B4-BE49-F238E27FC236}">
                <a16:creationId xmlns:a16="http://schemas.microsoft.com/office/drawing/2014/main" id="{72A41EB1-F4F7-4E8F-7F52-68464C477CAF}"/>
              </a:ext>
            </a:extLst>
          </p:cNvPr>
          <p:cNvSpPr/>
          <p:nvPr/>
        </p:nvSpPr>
        <p:spPr>
          <a:xfrm>
            <a:off x="7334262" y="5340877"/>
            <a:ext cx="1313678" cy="49498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2731145A-87A4-C277-52A1-5FC7E66D3698}"/>
              </a:ext>
            </a:extLst>
          </p:cNvPr>
          <p:cNvSpPr txBox="1"/>
          <p:nvPr/>
        </p:nvSpPr>
        <p:spPr>
          <a:xfrm>
            <a:off x="7166749" y="5407127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CC6FEE13-9854-CBAF-4D65-8F0095B6B6D4}"/>
              </a:ext>
            </a:extLst>
          </p:cNvPr>
          <p:cNvSpPr/>
          <p:nvPr/>
        </p:nvSpPr>
        <p:spPr>
          <a:xfrm>
            <a:off x="10198494" y="5299676"/>
            <a:ext cx="1257782" cy="53618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150EA824-2C78-B8DA-A733-208DA6A1F240}"/>
              </a:ext>
            </a:extLst>
          </p:cNvPr>
          <p:cNvSpPr txBox="1"/>
          <p:nvPr/>
        </p:nvSpPr>
        <p:spPr>
          <a:xfrm>
            <a:off x="10050736" y="5409651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69DA2C75-3236-D3E8-4A0B-3E436916073C}"/>
              </a:ext>
            </a:extLst>
          </p:cNvPr>
          <p:cNvSpPr txBox="1"/>
          <p:nvPr/>
        </p:nvSpPr>
        <p:spPr>
          <a:xfrm>
            <a:off x="9056775" y="5409651"/>
            <a:ext cx="78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FFN</a:t>
            </a:r>
          </a:p>
        </p:txBody>
      </p: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FB937D2A-F9E1-D937-025C-5A26F767F0CD}"/>
              </a:ext>
            </a:extLst>
          </p:cNvPr>
          <p:cNvCxnSpPr>
            <a:cxnSpLocks/>
            <a:stCxn id="9" idx="1"/>
            <a:endCxn id="72" idx="1"/>
          </p:cNvCxnSpPr>
          <p:nvPr/>
        </p:nvCxnSpPr>
        <p:spPr>
          <a:xfrm>
            <a:off x="411402" y="5514829"/>
            <a:ext cx="227149" cy="6129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00E7E8ED-E558-520C-4DE6-ABAEB164950D}"/>
              </a:ext>
            </a:extLst>
          </p:cNvPr>
          <p:cNvCxnSpPr>
            <a:cxnSpLocks/>
            <a:stCxn id="72" idx="3"/>
            <a:endCxn id="78" idx="1"/>
          </p:cNvCxnSpPr>
          <p:nvPr/>
        </p:nvCxnSpPr>
        <p:spPr>
          <a:xfrm>
            <a:off x="2736730" y="5576128"/>
            <a:ext cx="626822" cy="567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2 100">
            <a:extLst>
              <a:ext uri="{FF2B5EF4-FFF2-40B4-BE49-F238E27FC236}">
                <a16:creationId xmlns:a16="http://schemas.microsoft.com/office/drawing/2014/main" id="{8F6E35F7-7D6E-84C4-41C8-3B145C73AEB0}"/>
              </a:ext>
            </a:extLst>
          </p:cNvPr>
          <p:cNvCxnSpPr>
            <a:cxnSpLocks/>
            <a:stCxn id="78" idx="3"/>
            <a:endCxn id="74" idx="1"/>
          </p:cNvCxnSpPr>
          <p:nvPr/>
        </p:nvCxnSpPr>
        <p:spPr>
          <a:xfrm>
            <a:off x="4926776" y="5581804"/>
            <a:ext cx="282798" cy="96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2 105">
            <a:extLst>
              <a:ext uri="{FF2B5EF4-FFF2-40B4-BE49-F238E27FC236}">
                <a16:creationId xmlns:a16="http://schemas.microsoft.com/office/drawing/2014/main" id="{4DCC5D7E-D413-10CD-7170-BABF2F737DD6}"/>
              </a:ext>
            </a:extLst>
          </p:cNvPr>
          <p:cNvCxnSpPr>
            <a:cxnSpLocks/>
            <a:stCxn id="74" idx="3"/>
            <a:endCxn id="80" idx="1"/>
          </p:cNvCxnSpPr>
          <p:nvPr/>
        </p:nvCxnSpPr>
        <p:spPr>
          <a:xfrm flipV="1">
            <a:off x="6904507" y="5588371"/>
            <a:ext cx="429755" cy="3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3CFD8DAE-661E-957D-29D7-CD88D57D4D54}"/>
              </a:ext>
            </a:extLst>
          </p:cNvPr>
          <p:cNvCxnSpPr>
            <a:cxnSpLocks/>
            <a:stCxn id="80" idx="3"/>
            <a:endCxn id="76" idx="1"/>
          </p:cNvCxnSpPr>
          <p:nvPr/>
        </p:nvCxnSpPr>
        <p:spPr>
          <a:xfrm>
            <a:off x="8647940" y="5588371"/>
            <a:ext cx="420143" cy="3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34E89059-56E1-D73A-EDE5-18BB36809B79}"/>
              </a:ext>
            </a:extLst>
          </p:cNvPr>
          <p:cNvCxnSpPr>
            <a:cxnSpLocks/>
            <a:stCxn id="76" idx="3"/>
            <a:endCxn id="84" idx="1"/>
          </p:cNvCxnSpPr>
          <p:nvPr/>
        </p:nvCxnSpPr>
        <p:spPr>
          <a:xfrm flipV="1">
            <a:off x="9788494" y="5567771"/>
            <a:ext cx="410000" cy="237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2 124">
            <a:extLst>
              <a:ext uri="{FF2B5EF4-FFF2-40B4-BE49-F238E27FC236}">
                <a16:creationId xmlns:a16="http://schemas.microsoft.com/office/drawing/2014/main" id="{7A16F984-C637-76FC-0F0E-ED96DD82F416}"/>
              </a:ext>
            </a:extLst>
          </p:cNvPr>
          <p:cNvCxnSpPr>
            <a:cxnSpLocks/>
            <a:stCxn id="84" idx="3"/>
            <a:endCxn id="9" idx="3"/>
          </p:cNvCxnSpPr>
          <p:nvPr/>
        </p:nvCxnSpPr>
        <p:spPr>
          <a:xfrm flipV="1">
            <a:off x="11456276" y="5514829"/>
            <a:ext cx="336330" cy="529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ttore a gomito 131">
            <a:extLst>
              <a:ext uri="{FF2B5EF4-FFF2-40B4-BE49-F238E27FC236}">
                <a16:creationId xmlns:a16="http://schemas.microsoft.com/office/drawing/2014/main" id="{C53BA6D7-DB37-0355-49AB-698BE577D4F8}"/>
              </a:ext>
            </a:extLst>
          </p:cNvPr>
          <p:cNvCxnSpPr>
            <a:cxnSpLocks/>
            <a:stCxn id="73" idx="1"/>
            <a:endCxn id="78" idx="2"/>
          </p:cNvCxnSpPr>
          <p:nvPr/>
        </p:nvCxnSpPr>
        <p:spPr>
          <a:xfrm rot="10800000" flipH="1" flipV="1">
            <a:off x="449096" y="5580837"/>
            <a:ext cx="3696068" cy="283094"/>
          </a:xfrm>
          <a:prstGeom prst="bentConnector4">
            <a:avLst>
              <a:gd name="adj1" fmla="val 640"/>
              <a:gd name="adj2" fmla="val 1807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7DDA1182-9AE9-3D82-BA8C-5F6F3286974B}"/>
              </a:ext>
            </a:extLst>
          </p:cNvPr>
          <p:cNvCxnSpPr>
            <a:cxnSpLocks/>
            <a:stCxn id="75" idx="1"/>
            <a:endCxn id="80" idx="2"/>
          </p:cNvCxnSpPr>
          <p:nvPr/>
        </p:nvCxnSpPr>
        <p:spPr>
          <a:xfrm rot="10800000" flipH="1" flipV="1">
            <a:off x="5234085" y="5586639"/>
            <a:ext cx="2757016" cy="249226"/>
          </a:xfrm>
          <a:prstGeom prst="bentConnector4">
            <a:avLst>
              <a:gd name="adj1" fmla="val -8292"/>
              <a:gd name="adj2" fmla="val 1917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7294D640-F90B-8754-8B32-559F4933C3B5}"/>
              </a:ext>
            </a:extLst>
          </p:cNvPr>
          <p:cNvCxnSpPr>
            <a:cxnSpLocks/>
            <a:stCxn id="86" idx="1"/>
            <a:endCxn id="84" idx="2"/>
          </p:cNvCxnSpPr>
          <p:nvPr/>
        </p:nvCxnSpPr>
        <p:spPr>
          <a:xfrm rot="10800000" flipH="1" flipV="1">
            <a:off x="9056775" y="5594317"/>
            <a:ext cx="1770610" cy="241548"/>
          </a:xfrm>
          <a:prstGeom prst="bentConnector4">
            <a:avLst>
              <a:gd name="adj1" fmla="val -12911"/>
              <a:gd name="adj2" fmla="val 1946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ttangolo con angoli arrotondati 141">
            <a:extLst>
              <a:ext uri="{FF2B5EF4-FFF2-40B4-BE49-F238E27FC236}">
                <a16:creationId xmlns:a16="http://schemas.microsoft.com/office/drawing/2014/main" id="{BFCD5BC9-D482-A39E-19B3-D424AC8A043D}"/>
              </a:ext>
            </a:extLst>
          </p:cNvPr>
          <p:cNvSpPr/>
          <p:nvPr/>
        </p:nvSpPr>
        <p:spPr>
          <a:xfrm>
            <a:off x="680035" y="1611195"/>
            <a:ext cx="90391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3" name="Rettangolo con angoli arrotondati 142">
            <a:extLst>
              <a:ext uri="{FF2B5EF4-FFF2-40B4-BE49-F238E27FC236}">
                <a16:creationId xmlns:a16="http://schemas.microsoft.com/office/drawing/2014/main" id="{FE3D4B04-3907-7980-1846-76192578EEBE}"/>
              </a:ext>
            </a:extLst>
          </p:cNvPr>
          <p:cNvSpPr/>
          <p:nvPr/>
        </p:nvSpPr>
        <p:spPr>
          <a:xfrm>
            <a:off x="1954796" y="1609706"/>
            <a:ext cx="1109171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4" name="Rettangolo con angoli arrotondati 143">
            <a:extLst>
              <a:ext uri="{FF2B5EF4-FFF2-40B4-BE49-F238E27FC236}">
                <a16:creationId xmlns:a16="http://schemas.microsoft.com/office/drawing/2014/main" id="{6EE80CD4-82AC-9A16-50C8-22D76A189358}"/>
              </a:ext>
            </a:extLst>
          </p:cNvPr>
          <p:cNvSpPr/>
          <p:nvPr/>
        </p:nvSpPr>
        <p:spPr>
          <a:xfrm>
            <a:off x="3508667" y="1609706"/>
            <a:ext cx="1083568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7E78511B-8D52-9526-738C-30BB19701FD7}"/>
              </a:ext>
            </a:extLst>
          </p:cNvPr>
          <p:cNvSpPr txBox="1"/>
          <p:nvPr/>
        </p:nvSpPr>
        <p:spPr>
          <a:xfrm>
            <a:off x="1895481" y="1707168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146" name="Connettore 2 145">
            <a:extLst>
              <a:ext uri="{FF2B5EF4-FFF2-40B4-BE49-F238E27FC236}">
                <a16:creationId xmlns:a16="http://schemas.microsoft.com/office/drawing/2014/main" id="{C22AA73C-9B9F-22F5-D8C4-692BF4E309DC}"/>
              </a:ext>
            </a:extLst>
          </p:cNvPr>
          <p:cNvCxnSpPr>
            <a:cxnSpLocks/>
            <a:stCxn id="142" idx="3"/>
            <a:endCxn id="143" idx="1"/>
          </p:cNvCxnSpPr>
          <p:nvPr/>
        </p:nvCxnSpPr>
        <p:spPr>
          <a:xfrm flipV="1">
            <a:off x="1583947" y="1891834"/>
            <a:ext cx="370849" cy="148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>
            <a:extLst>
              <a:ext uri="{FF2B5EF4-FFF2-40B4-BE49-F238E27FC236}">
                <a16:creationId xmlns:a16="http://schemas.microsoft.com/office/drawing/2014/main" id="{95D8610C-5470-8ADC-7F36-879DAEF70A41}"/>
              </a:ext>
            </a:extLst>
          </p:cNvPr>
          <p:cNvCxnSpPr>
            <a:cxnSpLocks/>
            <a:stCxn id="143" idx="3"/>
            <a:endCxn id="144" idx="1"/>
          </p:cNvCxnSpPr>
          <p:nvPr/>
        </p:nvCxnSpPr>
        <p:spPr>
          <a:xfrm>
            <a:off x="3063967" y="1891834"/>
            <a:ext cx="4447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51">
            <a:extLst>
              <a:ext uri="{FF2B5EF4-FFF2-40B4-BE49-F238E27FC236}">
                <a16:creationId xmlns:a16="http://schemas.microsoft.com/office/drawing/2014/main" id="{4D5EDE67-9D79-6361-D793-D9DA52672DEF}"/>
              </a:ext>
            </a:extLst>
          </p:cNvPr>
          <p:cNvCxnSpPr>
            <a:cxnSpLocks/>
            <a:stCxn id="144" idx="3"/>
            <a:endCxn id="155" idx="1"/>
          </p:cNvCxnSpPr>
          <p:nvPr/>
        </p:nvCxnSpPr>
        <p:spPr>
          <a:xfrm flipV="1">
            <a:off x="4592235" y="1891589"/>
            <a:ext cx="423772" cy="2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ttangolo con angoli arrotondati 154">
            <a:extLst>
              <a:ext uri="{FF2B5EF4-FFF2-40B4-BE49-F238E27FC236}">
                <a16:creationId xmlns:a16="http://schemas.microsoft.com/office/drawing/2014/main" id="{3BE48178-AA36-E775-B491-9EE3F0DF4FDD}"/>
              </a:ext>
            </a:extLst>
          </p:cNvPr>
          <p:cNvSpPr/>
          <p:nvPr/>
        </p:nvSpPr>
        <p:spPr>
          <a:xfrm>
            <a:off x="5016007" y="1609461"/>
            <a:ext cx="1446786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8" name="Connettore 2 157">
            <a:extLst>
              <a:ext uri="{FF2B5EF4-FFF2-40B4-BE49-F238E27FC236}">
                <a16:creationId xmlns:a16="http://schemas.microsoft.com/office/drawing/2014/main" id="{0AFB1472-325C-493E-75A6-374236A4EE41}"/>
              </a:ext>
            </a:extLst>
          </p:cNvPr>
          <p:cNvCxnSpPr>
            <a:cxnSpLocks/>
            <a:stCxn id="155" idx="3"/>
            <a:endCxn id="160" idx="1"/>
          </p:cNvCxnSpPr>
          <p:nvPr/>
        </p:nvCxnSpPr>
        <p:spPr>
          <a:xfrm flipV="1">
            <a:off x="6462793" y="1890488"/>
            <a:ext cx="296351" cy="1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ttangolo con angoli arrotondati 159">
            <a:extLst>
              <a:ext uri="{FF2B5EF4-FFF2-40B4-BE49-F238E27FC236}">
                <a16:creationId xmlns:a16="http://schemas.microsoft.com/office/drawing/2014/main" id="{DB74FBC8-97CC-0ED0-B92D-4D2866E4F823}"/>
              </a:ext>
            </a:extLst>
          </p:cNvPr>
          <p:cNvSpPr/>
          <p:nvPr/>
        </p:nvSpPr>
        <p:spPr>
          <a:xfrm>
            <a:off x="6759144" y="1608360"/>
            <a:ext cx="1083568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8501ED71-7BFD-AC48-FE89-C7EE3C28FC5C}"/>
              </a:ext>
            </a:extLst>
          </p:cNvPr>
          <p:cNvSpPr txBox="1"/>
          <p:nvPr/>
        </p:nvSpPr>
        <p:spPr>
          <a:xfrm>
            <a:off x="3455744" y="1713839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D010D5BE-3FFE-ECDA-5CA1-4A57C25EBADB}"/>
              </a:ext>
            </a:extLst>
          </p:cNvPr>
          <p:cNvSpPr/>
          <p:nvPr/>
        </p:nvSpPr>
        <p:spPr>
          <a:xfrm>
            <a:off x="8367379" y="1608359"/>
            <a:ext cx="1044330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9B85106B-AFFE-C41D-2342-D01511EDCA6B}"/>
              </a:ext>
            </a:extLst>
          </p:cNvPr>
          <p:cNvSpPr/>
          <p:nvPr/>
        </p:nvSpPr>
        <p:spPr>
          <a:xfrm>
            <a:off x="10050737" y="1609462"/>
            <a:ext cx="1377854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6" name="CasellaDiTesto 185">
            <a:extLst>
              <a:ext uri="{FF2B5EF4-FFF2-40B4-BE49-F238E27FC236}">
                <a16:creationId xmlns:a16="http://schemas.microsoft.com/office/drawing/2014/main" id="{52444E2D-98C1-77A3-642E-A0C4EC9EAED3}"/>
              </a:ext>
            </a:extLst>
          </p:cNvPr>
          <p:cNvSpPr txBox="1"/>
          <p:nvPr/>
        </p:nvSpPr>
        <p:spPr>
          <a:xfrm>
            <a:off x="6695528" y="1698458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187" name="Connettore 2 186">
            <a:extLst>
              <a:ext uri="{FF2B5EF4-FFF2-40B4-BE49-F238E27FC236}">
                <a16:creationId xmlns:a16="http://schemas.microsoft.com/office/drawing/2014/main" id="{41C22F0B-A119-F8BF-61D0-1E59E2EB6739}"/>
              </a:ext>
            </a:extLst>
          </p:cNvPr>
          <p:cNvCxnSpPr>
            <a:cxnSpLocks/>
            <a:stCxn id="160" idx="3"/>
            <a:endCxn id="183" idx="1"/>
          </p:cNvCxnSpPr>
          <p:nvPr/>
        </p:nvCxnSpPr>
        <p:spPr>
          <a:xfrm flipV="1">
            <a:off x="7842712" y="1890487"/>
            <a:ext cx="52466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CasellaDiTesto 191">
            <a:extLst>
              <a:ext uri="{FF2B5EF4-FFF2-40B4-BE49-F238E27FC236}">
                <a16:creationId xmlns:a16="http://schemas.microsoft.com/office/drawing/2014/main" id="{073F17E9-9EE4-18BD-F147-23275D30BC36}"/>
              </a:ext>
            </a:extLst>
          </p:cNvPr>
          <p:cNvSpPr txBox="1"/>
          <p:nvPr/>
        </p:nvSpPr>
        <p:spPr>
          <a:xfrm>
            <a:off x="611444" y="1719511"/>
            <a:ext cx="9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E7CB8A94-1C42-DEE7-4E44-FB959E6B0E58}"/>
              </a:ext>
            </a:extLst>
          </p:cNvPr>
          <p:cNvSpPr txBox="1"/>
          <p:nvPr/>
        </p:nvSpPr>
        <p:spPr>
          <a:xfrm>
            <a:off x="4931371" y="1698458"/>
            <a:ext cx="156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Down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Sampl</a:t>
            </a:r>
            <a:r>
              <a:rPr lang="it-IT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2" name="CasellaDiTesto 211">
            <a:extLst>
              <a:ext uri="{FF2B5EF4-FFF2-40B4-BE49-F238E27FC236}">
                <a16:creationId xmlns:a16="http://schemas.microsoft.com/office/drawing/2014/main" id="{BD4FBD88-3794-2049-3F09-159DBAF902EE}"/>
              </a:ext>
            </a:extLst>
          </p:cNvPr>
          <p:cNvSpPr txBox="1"/>
          <p:nvPr/>
        </p:nvSpPr>
        <p:spPr>
          <a:xfrm>
            <a:off x="8266417" y="1713839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213" name="Connettore 2 212">
            <a:extLst>
              <a:ext uri="{FF2B5EF4-FFF2-40B4-BE49-F238E27FC236}">
                <a16:creationId xmlns:a16="http://schemas.microsoft.com/office/drawing/2014/main" id="{46CC1CFA-1ED3-7B43-ADCD-E98AD1E32B75}"/>
              </a:ext>
            </a:extLst>
          </p:cNvPr>
          <p:cNvCxnSpPr>
            <a:cxnSpLocks/>
            <a:stCxn id="183" idx="3"/>
            <a:endCxn id="184" idx="1"/>
          </p:cNvCxnSpPr>
          <p:nvPr/>
        </p:nvCxnSpPr>
        <p:spPr>
          <a:xfrm>
            <a:off x="9411709" y="1890487"/>
            <a:ext cx="639028" cy="1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CasellaDiTesto 215">
            <a:extLst>
              <a:ext uri="{FF2B5EF4-FFF2-40B4-BE49-F238E27FC236}">
                <a16:creationId xmlns:a16="http://schemas.microsoft.com/office/drawing/2014/main" id="{B04661A7-54EB-D495-072A-E2B4178D44ED}"/>
              </a:ext>
            </a:extLst>
          </p:cNvPr>
          <p:cNvSpPr txBox="1"/>
          <p:nvPr/>
        </p:nvSpPr>
        <p:spPr>
          <a:xfrm>
            <a:off x="9947309" y="1698458"/>
            <a:ext cx="156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Down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Sampl</a:t>
            </a:r>
            <a:r>
              <a:rPr lang="it-IT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220" name="Connettore 2 219">
            <a:extLst>
              <a:ext uri="{FF2B5EF4-FFF2-40B4-BE49-F238E27FC236}">
                <a16:creationId xmlns:a16="http://schemas.microsoft.com/office/drawing/2014/main" id="{9B08AF99-55A2-AF72-179F-B95976A3C51B}"/>
              </a:ext>
            </a:extLst>
          </p:cNvPr>
          <p:cNvCxnSpPr>
            <a:cxnSpLocks/>
            <a:stCxn id="184" idx="3"/>
            <a:endCxn id="2" idx="3"/>
          </p:cNvCxnSpPr>
          <p:nvPr/>
        </p:nvCxnSpPr>
        <p:spPr>
          <a:xfrm flipV="1">
            <a:off x="11428591" y="1817189"/>
            <a:ext cx="364015" cy="744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ttore 2 226">
            <a:extLst>
              <a:ext uri="{FF2B5EF4-FFF2-40B4-BE49-F238E27FC236}">
                <a16:creationId xmlns:a16="http://schemas.microsoft.com/office/drawing/2014/main" id="{79AF987A-92CB-C786-21E7-B8C9A260C6A7}"/>
              </a:ext>
            </a:extLst>
          </p:cNvPr>
          <p:cNvCxnSpPr>
            <a:cxnSpLocks/>
            <a:stCxn id="2" idx="1"/>
            <a:endCxn id="142" idx="1"/>
          </p:cNvCxnSpPr>
          <p:nvPr/>
        </p:nvCxnSpPr>
        <p:spPr>
          <a:xfrm>
            <a:off x="411402" y="1817189"/>
            <a:ext cx="268633" cy="761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6D7B1AC6-4808-7E80-EAD9-1FD47A2E6902}"/>
              </a:ext>
            </a:extLst>
          </p:cNvPr>
          <p:cNvSpPr/>
          <p:nvPr/>
        </p:nvSpPr>
        <p:spPr>
          <a:xfrm>
            <a:off x="408599" y="1061731"/>
            <a:ext cx="11381204" cy="1527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E67928F2-C280-DF4A-F3BE-777CAF424E53}"/>
              </a:ext>
            </a:extLst>
          </p:cNvPr>
          <p:cNvSpPr/>
          <p:nvPr/>
        </p:nvSpPr>
        <p:spPr>
          <a:xfrm>
            <a:off x="408599" y="4744287"/>
            <a:ext cx="11381204" cy="152704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0135273-D83D-42A1-46A8-329EF2B0FEAD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Focus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455B661-5DD2-B8CE-4944-5BE5EE483646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39868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89301-F1DA-919A-6BFF-8866DF95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7EF17150-AA95-BF8B-4623-8D7D3746F1ED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44152D33-3CB7-A1F6-3CAB-2861D9518F28}"/>
              </a:ext>
            </a:extLst>
          </p:cNvPr>
          <p:cNvSpPr/>
          <p:nvPr/>
        </p:nvSpPr>
        <p:spPr>
          <a:xfrm>
            <a:off x="411402" y="1053665"/>
            <a:ext cx="11381204" cy="1527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CA88EA-2376-CEEC-BADF-3B66669310A6}"/>
              </a:ext>
            </a:extLst>
          </p:cNvPr>
          <p:cNvSpPr txBox="1"/>
          <p:nvPr/>
        </p:nvSpPr>
        <p:spPr>
          <a:xfrm>
            <a:off x="5186172" y="1036524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IGFE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6341E24-A39F-7DBA-2172-879CEDCEB7F8}"/>
              </a:ext>
            </a:extLst>
          </p:cNvPr>
          <p:cNvSpPr>
            <a:spLocks/>
          </p:cNvSpPr>
          <p:nvPr/>
        </p:nvSpPr>
        <p:spPr>
          <a:xfrm>
            <a:off x="411401" y="2842461"/>
            <a:ext cx="11381205" cy="1627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10C6682-3C2F-E54F-88B7-45F6DBB95BF9}"/>
              </a:ext>
            </a:extLst>
          </p:cNvPr>
          <p:cNvSpPr txBox="1"/>
          <p:nvPr/>
        </p:nvSpPr>
        <p:spPr>
          <a:xfrm>
            <a:off x="4994700" y="2926176"/>
            <a:ext cx="220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latin typeface="+mj-lt"/>
                <a:cs typeface="Times New Roman" panose="02020603050405020304" pitchFamily="18" charset="0"/>
              </a:rPr>
              <a:t>Encoding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7A151883-C8F9-3D79-0603-F2E350E9A0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02" y="4751305"/>
            <a:ext cx="11381204" cy="1527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u="sng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FEC8476-48FB-DAF7-8DD4-67B2758072DC}"/>
              </a:ext>
            </a:extLst>
          </p:cNvPr>
          <p:cNvSpPr txBox="1"/>
          <p:nvPr/>
        </p:nvSpPr>
        <p:spPr>
          <a:xfrm>
            <a:off x="4804891" y="4718000"/>
            <a:ext cx="2497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err="1">
                <a:latin typeface="+mj-lt"/>
                <a:cs typeface="Times New Roman" panose="02020603050405020304" pitchFamily="18" charset="0"/>
              </a:rPr>
              <a:t>Decoding</a:t>
            </a:r>
            <a:r>
              <a:rPr lang="it-IT" sz="2400">
                <a:latin typeface="+mj-lt"/>
                <a:cs typeface="Times New Roman" panose="02020603050405020304" pitchFamily="18" charset="0"/>
              </a:rPr>
              <a:t> </a:t>
            </a:r>
            <a:r>
              <a:rPr lang="it-IT" sz="2400" err="1">
                <a:latin typeface="+mj-lt"/>
                <a:cs typeface="Times New Roman" panose="02020603050405020304" pitchFamily="18" charset="0"/>
              </a:rPr>
              <a:t>unit</a:t>
            </a:r>
            <a:endParaRPr lang="it-IT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015FE68-BDC4-B4E4-3166-F398E387D9AA}"/>
              </a:ext>
            </a:extLst>
          </p:cNvPr>
          <p:cNvSpPr/>
          <p:nvPr/>
        </p:nvSpPr>
        <p:spPr>
          <a:xfrm>
            <a:off x="1296475" y="3541985"/>
            <a:ext cx="163909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26603D05-8D9C-5FA5-A773-2C2BCDC96044}"/>
              </a:ext>
            </a:extLst>
          </p:cNvPr>
          <p:cNvSpPr/>
          <p:nvPr/>
        </p:nvSpPr>
        <p:spPr>
          <a:xfrm>
            <a:off x="3478375" y="3554188"/>
            <a:ext cx="2904577" cy="5642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801C2878-910B-7443-F886-03298AD7D144}"/>
              </a:ext>
            </a:extLst>
          </p:cNvPr>
          <p:cNvSpPr/>
          <p:nvPr/>
        </p:nvSpPr>
        <p:spPr>
          <a:xfrm>
            <a:off x="9275322" y="3554188"/>
            <a:ext cx="174242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A0B4E4B-EC3B-D885-C78E-DC978C897432}"/>
              </a:ext>
            </a:extLst>
          </p:cNvPr>
          <p:cNvSpPr txBox="1"/>
          <p:nvPr/>
        </p:nvSpPr>
        <p:spPr>
          <a:xfrm>
            <a:off x="1296475" y="364708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CNN BLOCK 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C683245B-C40A-DF5F-4173-6E8F6891EFF5}"/>
              </a:ext>
            </a:extLst>
          </p:cNvPr>
          <p:cNvSpPr/>
          <p:nvPr/>
        </p:nvSpPr>
        <p:spPr>
          <a:xfrm>
            <a:off x="7008848" y="3531475"/>
            <a:ext cx="163909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C33123B-CD44-B099-4CB8-F3CE81FB6304}"/>
              </a:ext>
            </a:extLst>
          </p:cNvPr>
          <p:cNvSpPr txBox="1"/>
          <p:nvPr/>
        </p:nvSpPr>
        <p:spPr>
          <a:xfrm>
            <a:off x="7008848" y="364708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CNN BLOCK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8182B19-E14E-A973-B6DC-4BC9AD72A147}"/>
              </a:ext>
            </a:extLst>
          </p:cNvPr>
          <p:cNvSpPr txBox="1"/>
          <p:nvPr/>
        </p:nvSpPr>
        <p:spPr>
          <a:xfrm>
            <a:off x="3628745" y="3651649"/>
            <a:ext cx="2649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Multi-Head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C4594B0-E81F-C6D1-0414-2F265226A775}"/>
              </a:ext>
            </a:extLst>
          </p:cNvPr>
          <p:cNvSpPr txBox="1"/>
          <p:nvPr/>
        </p:nvSpPr>
        <p:spPr>
          <a:xfrm>
            <a:off x="9311423" y="3651649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659B6F21-42C3-910C-32C6-2D015CA7C72D}"/>
              </a:ext>
            </a:extLst>
          </p:cNvPr>
          <p:cNvCxnSpPr>
            <a:cxnSpLocks/>
            <a:stCxn id="6" idx="1"/>
            <a:endCxn id="17" idx="1"/>
          </p:cNvCxnSpPr>
          <p:nvPr/>
        </p:nvCxnSpPr>
        <p:spPr>
          <a:xfrm>
            <a:off x="411401" y="3656046"/>
            <a:ext cx="885074" cy="1757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5F18E56D-1188-82B9-105E-6D212DECD675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2935567" y="3831755"/>
            <a:ext cx="542808" cy="45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06F61705-FD8D-A560-A608-E3DF117684EC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 flipV="1">
            <a:off x="6382952" y="3831755"/>
            <a:ext cx="625896" cy="45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CF954B5B-FC06-3351-1270-E1E86B20C520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8647940" y="3831755"/>
            <a:ext cx="663483" cy="45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2244FDFF-5C4F-CF18-B4F6-06D59A1F091C}"/>
              </a:ext>
            </a:extLst>
          </p:cNvPr>
          <p:cNvCxnSpPr>
            <a:cxnSpLocks/>
            <a:stCxn id="16" idx="3"/>
            <a:endCxn id="6" idx="3"/>
          </p:cNvCxnSpPr>
          <p:nvPr/>
        </p:nvCxnSpPr>
        <p:spPr>
          <a:xfrm flipV="1">
            <a:off x="11017744" y="3656046"/>
            <a:ext cx="774862" cy="1802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a gomito 64">
            <a:extLst>
              <a:ext uri="{FF2B5EF4-FFF2-40B4-BE49-F238E27FC236}">
                <a16:creationId xmlns:a16="http://schemas.microsoft.com/office/drawing/2014/main" id="{3777D182-89F6-80C1-7D00-8F4D44CA7DAB}"/>
              </a:ext>
            </a:extLst>
          </p:cNvPr>
          <p:cNvCxnSpPr>
            <a:cxnSpLocks/>
            <a:stCxn id="17" idx="1"/>
            <a:endCxn id="16" idx="2"/>
          </p:cNvCxnSpPr>
          <p:nvPr/>
        </p:nvCxnSpPr>
        <p:spPr>
          <a:xfrm rot="10800000" flipH="1" flipV="1">
            <a:off x="1296475" y="3831755"/>
            <a:ext cx="8850058" cy="286688"/>
          </a:xfrm>
          <a:prstGeom prst="bentConnector4">
            <a:avLst>
              <a:gd name="adj1" fmla="val -2583"/>
              <a:gd name="adj2" fmla="val 1797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8A332A74-D621-C525-80B0-3AB029FB0296}"/>
              </a:ext>
            </a:extLst>
          </p:cNvPr>
          <p:cNvSpPr/>
          <p:nvPr/>
        </p:nvSpPr>
        <p:spPr>
          <a:xfrm>
            <a:off x="638551" y="5309345"/>
            <a:ext cx="2098179" cy="53356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489EEF11-1DEF-D8CB-5374-3AD11CB93996}"/>
              </a:ext>
            </a:extLst>
          </p:cNvPr>
          <p:cNvSpPr txBox="1"/>
          <p:nvPr/>
        </p:nvSpPr>
        <p:spPr>
          <a:xfrm>
            <a:off x="449096" y="5396171"/>
            <a:ext cx="242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Multi-Head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4D446686-16F9-AF7F-B6FA-0B336C8C1CFE}"/>
              </a:ext>
            </a:extLst>
          </p:cNvPr>
          <p:cNvSpPr/>
          <p:nvPr/>
        </p:nvSpPr>
        <p:spPr>
          <a:xfrm>
            <a:off x="5209574" y="5309346"/>
            <a:ext cx="1694933" cy="5642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6CB58AF6-EA2B-1FE1-2F18-CB684B03853C}"/>
              </a:ext>
            </a:extLst>
          </p:cNvPr>
          <p:cNvSpPr txBox="1"/>
          <p:nvPr/>
        </p:nvSpPr>
        <p:spPr>
          <a:xfrm>
            <a:off x="5234085" y="5401973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Cross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Attention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2E72800A-7A1C-5499-4DED-B2E1AB36A1A7}"/>
              </a:ext>
            </a:extLst>
          </p:cNvPr>
          <p:cNvSpPr/>
          <p:nvPr/>
        </p:nvSpPr>
        <p:spPr>
          <a:xfrm>
            <a:off x="9068083" y="5309346"/>
            <a:ext cx="720411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ABDF4A37-B1BE-EF4C-AAB5-9B8AC2C10A4B}"/>
              </a:ext>
            </a:extLst>
          </p:cNvPr>
          <p:cNvSpPr/>
          <p:nvPr/>
        </p:nvSpPr>
        <p:spPr>
          <a:xfrm>
            <a:off x="3363552" y="5299676"/>
            <a:ext cx="1563224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B18F9944-CF4A-F502-0F89-7525387AC5A2}"/>
              </a:ext>
            </a:extLst>
          </p:cNvPr>
          <p:cNvSpPr txBox="1"/>
          <p:nvPr/>
        </p:nvSpPr>
        <p:spPr>
          <a:xfrm>
            <a:off x="3184993" y="5376117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0" name="Rettangolo con angoli arrotondati 79">
            <a:extLst>
              <a:ext uri="{FF2B5EF4-FFF2-40B4-BE49-F238E27FC236}">
                <a16:creationId xmlns:a16="http://schemas.microsoft.com/office/drawing/2014/main" id="{FC5DEFC0-2747-B1FC-8B93-E356754D8A8B}"/>
              </a:ext>
            </a:extLst>
          </p:cNvPr>
          <p:cNvSpPr/>
          <p:nvPr/>
        </p:nvSpPr>
        <p:spPr>
          <a:xfrm>
            <a:off x="7334262" y="5340877"/>
            <a:ext cx="1313678" cy="49498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12F391B3-6D9B-040B-D073-6D898E2355B3}"/>
              </a:ext>
            </a:extLst>
          </p:cNvPr>
          <p:cNvSpPr txBox="1"/>
          <p:nvPr/>
        </p:nvSpPr>
        <p:spPr>
          <a:xfrm>
            <a:off x="7166749" y="5407127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BC0CEEB5-7EBC-6C49-DB18-272A3D665C0F}"/>
              </a:ext>
            </a:extLst>
          </p:cNvPr>
          <p:cNvSpPr/>
          <p:nvPr/>
        </p:nvSpPr>
        <p:spPr>
          <a:xfrm>
            <a:off x="10198494" y="5299676"/>
            <a:ext cx="1257782" cy="53618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19B58270-762C-4630-6595-175D243BFAE3}"/>
              </a:ext>
            </a:extLst>
          </p:cNvPr>
          <p:cNvSpPr txBox="1"/>
          <p:nvPr/>
        </p:nvSpPr>
        <p:spPr>
          <a:xfrm>
            <a:off x="10050736" y="5409651"/>
            <a:ext cx="163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latin typeface="+mj-lt"/>
                <a:cs typeface="Times New Roman" panose="02020603050405020304" pitchFamily="18" charset="0"/>
              </a:rPr>
              <a:t>Add</a:t>
            </a:r>
            <a:r>
              <a:rPr lang="it-IT">
                <a:latin typeface="+mj-lt"/>
                <a:cs typeface="Times New Roman" panose="02020603050405020304" pitchFamily="18" charset="0"/>
              </a:rPr>
              <a:t> &amp; Norm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EDA8DAAC-CC2F-FB11-4924-1C15BA255C1A}"/>
              </a:ext>
            </a:extLst>
          </p:cNvPr>
          <p:cNvSpPr txBox="1"/>
          <p:nvPr/>
        </p:nvSpPr>
        <p:spPr>
          <a:xfrm>
            <a:off x="9056775" y="5409651"/>
            <a:ext cx="78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FFN</a:t>
            </a:r>
          </a:p>
        </p:txBody>
      </p: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E8AB3022-DAD0-C794-2BAA-9B39627155D7}"/>
              </a:ext>
            </a:extLst>
          </p:cNvPr>
          <p:cNvCxnSpPr>
            <a:cxnSpLocks/>
            <a:stCxn id="9" idx="1"/>
            <a:endCxn id="72" idx="1"/>
          </p:cNvCxnSpPr>
          <p:nvPr/>
        </p:nvCxnSpPr>
        <p:spPr>
          <a:xfrm>
            <a:off x="411402" y="5514829"/>
            <a:ext cx="227149" cy="6129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884D5336-D199-69F8-75CE-B28DC7011FE6}"/>
              </a:ext>
            </a:extLst>
          </p:cNvPr>
          <p:cNvCxnSpPr>
            <a:cxnSpLocks/>
            <a:stCxn id="72" idx="3"/>
            <a:endCxn id="78" idx="1"/>
          </p:cNvCxnSpPr>
          <p:nvPr/>
        </p:nvCxnSpPr>
        <p:spPr>
          <a:xfrm>
            <a:off x="2736730" y="5576128"/>
            <a:ext cx="626822" cy="567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2 100">
            <a:extLst>
              <a:ext uri="{FF2B5EF4-FFF2-40B4-BE49-F238E27FC236}">
                <a16:creationId xmlns:a16="http://schemas.microsoft.com/office/drawing/2014/main" id="{CB7F3605-786A-999F-B92F-1F4E35A139E8}"/>
              </a:ext>
            </a:extLst>
          </p:cNvPr>
          <p:cNvCxnSpPr>
            <a:cxnSpLocks/>
            <a:stCxn id="78" idx="3"/>
            <a:endCxn id="74" idx="1"/>
          </p:cNvCxnSpPr>
          <p:nvPr/>
        </p:nvCxnSpPr>
        <p:spPr>
          <a:xfrm>
            <a:off x="4926776" y="5581804"/>
            <a:ext cx="282798" cy="96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2 105">
            <a:extLst>
              <a:ext uri="{FF2B5EF4-FFF2-40B4-BE49-F238E27FC236}">
                <a16:creationId xmlns:a16="http://schemas.microsoft.com/office/drawing/2014/main" id="{E62C9570-7D3E-BE80-F64A-6C047F7AEC88}"/>
              </a:ext>
            </a:extLst>
          </p:cNvPr>
          <p:cNvCxnSpPr>
            <a:cxnSpLocks/>
            <a:stCxn id="74" idx="3"/>
            <a:endCxn id="80" idx="1"/>
          </p:cNvCxnSpPr>
          <p:nvPr/>
        </p:nvCxnSpPr>
        <p:spPr>
          <a:xfrm flipV="1">
            <a:off x="6904507" y="5588371"/>
            <a:ext cx="429755" cy="3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409EAFEC-A2A3-7D00-3C8B-5D1B57B76F53}"/>
              </a:ext>
            </a:extLst>
          </p:cNvPr>
          <p:cNvCxnSpPr>
            <a:cxnSpLocks/>
            <a:stCxn id="80" idx="3"/>
            <a:endCxn id="76" idx="1"/>
          </p:cNvCxnSpPr>
          <p:nvPr/>
        </p:nvCxnSpPr>
        <p:spPr>
          <a:xfrm>
            <a:off x="8647940" y="5588371"/>
            <a:ext cx="420143" cy="3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2 117">
            <a:extLst>
              <a:ext uri="{FF2B5EF4-FFF2-40B4-BE49-F238E27FC236}">
                <a16:creationId xmlns:a16="http://schemas.microsoft.com/office/drawing/2014/main" id="{2C528199-6E03-8C1E-6662-3AFD15092F87}"/>
              </a:ext>
            </a:extLst>
          </p:cNvPr>
          <p:cNvCxnSpPr>
            <a:cxnSpLocks/>
            <a:stCxn id="76" idx="3"/>
            <a:endCxn id="84" idx="1"/>
          </p:cNvCxnSpPr>
          <p:nvPr/>
        </p:nvCxnSpPr>
        <p:spPr>
          <a:xfrm flipV="1">
            <a:off x="9788494" y="5567771"/>
            <a:ext cx="410000" cy="237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ttore 2 124">
            <a:extLst>
              <a:ext uri="{FF2B5EF4-FFF2-40B4-BE49-F238E27FC236}">
                <a16:creationId xmlns:a16="http://schemas.microsoft.com/office/drawing/2014/main" id="{41549A82-0563-4711-E3CE-216A9B372F54}"/>
              </a:ext>
            </a:extLst>
          </p:cNvPr>
          <p:cNvCxnSpPr>
            <a:cxnSpLocks/>
            <a:stCxn id="84" idx="3"/>
            <a:endCxn id="9" idx="3"/>
          </p:cNvCxnSpPr>
          <p:nvPr/>
        </p:nvCxnSpPr>
        <p:spPr>
          <a:xfrm flipV="1">
            <a:off x="11456276" y="5514829"/>
            <a:ext cx="336330" cy="5294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ttore a gomito 131">
            <a:extLst>
              <a:ext uri="{FF2B5EF4-FFF2-40B4-BE49-F238E27FC236}">
                <a16:creationId xmlns:a16="http://schemas.microsoft.com/office/drawing/2014/main" id="{5BC2C016-F7F9-CC80-449E-FC61C4DE7922}"/>
              </a:ext>
            </a:extLst>
          </p:cNvPr>
          <p:cNvCxnSpPr>
            <a:cxnSpLocks/>
            <a:stCxn id="73" idx="1"/>
            <a:endCxn id="78" idx="2"/>
          </p:cNvCxnSpPr>
          <p:nvPr/>
        </p:nvCxnSpPr>
        <p:spPr>
          <a:xfrm rot="10800000" flipH="1" flipV="1">
            <a:off x="449096" y="5580837"/>
            <a:ext cx="3696068" cy="283094"/>
          </a:xfrm>
          <a:prstGeom prst="bentConnector4">
            <a:avLst>
              <a:gd name="adj1" fmla="val 640"/>
              <a:gd name="adj2" fmla="val 1807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ttore a gomito 135">
            <a:extLst>
              <a:ext uri="{FF2B5EF4-FFF2-40B4-BE49-F238E27FC236}">
                <a16:creationId xmlns:a16="http://schemas.microsoft.com/office/drawing/2014/main" id="{55049C1E-864F-C8E0-38B9-B062B1EDEEF6}"/>
              </a:ext>
            </a:extLst>
          </p:cNvPr>
          <p:cNvCxnSpPr>
            <a:cxnSpLocks/>
            <a:stCxn id="75" idx="1"/>
            <a:endCxn id="80" idx="2"/>
          </p:cNvCxnSpPr>
          <p:nvPr/>
        </p:nvCxnSpPr>
        <p:spPr>
          <a:xfrm rot="10800000" flipH="1" flipV="1">
            <a:off x="5234085" y="5586639"/>
            <a:ext cx="2757016" cy="249226"/>
          </a:xfrm>
          <a:prstGeom prst="bentConnector4">
            <a:avLst>
              <a:gd name="adj1" fmla="val -8292"/>
              <a:gd name="adj2" fmla="val 1917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ttore a gomito 138">
            <a:extLst>
              <a:ext uri="{FF2B5EF4-FFF2-40B4-BE49-F238E27FC236}">
                <a16:creationId xmlns:a16="http://schemas.microsoft.com/office/drawing/2014/main" id="{E6E451AD-7105-E0A8-A552-D11EC6C22537}"/>
              </a:ext>
            </a:extLst>
          </p:cNvPr>
          <p:cNvCxnSpPr>
            <a:cxnSpLocks/>
            <a:stCxn id="86" idx="1"/>
            <a:endCxn id="84" idx="2"/>
          </p:cNvCxnSpPr>
          <p:nvPr/>
        </p:nvCxnSpPr>
        <p:spPr>
          <a:xfrm rot="10800000" flipH="1" flipV="1">
            <a:off x="9056775" y="5594317"/>
            <a:ext cx="1770610" cy="241548"/>
          </a:xfrm>
          <a:prstGeom prst="bentConnector4">
            <a:avLst>
              <a:gd name="adj1" fmla="val -12911"/>
              <a:gd name="adj2" fmla="val 1946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ttangolo con angoli arrotondati 141">
            <a:extLst>
              <a:ext uri="{FF2B5EF4-FFF2-40B4-BE49-F238E27FC236}">
                <a16:creationId xmlns:a16="http://schemas.microsoft.com/office/drawing/2014/main" id="{662304E2-F137-4EE7-442F-5CDF0C0E2FEB}"/>
              </a:ext>
            </a:extLst>
          </p:cNvPr>
          <p:cNvSpPr/>
          <p:nvPr/>
        </p:nvSpPr>
        <p:spPr>
          <a:xfrm>
            <a:off x="680035" y="1611195"/>
            <a:ext cx="903912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3" name="Rettangolo con angoli arrotondati 142">
            <a:extLst>
              <a:ext uri="{FF2B5EF4-FFF2-40B4-BE49-F238E27FC236}">
                <a16:creationId xmlns:a16="http://schemas.microsoft.com/office/drawing/2014/main" id="{6AAD18A6-6464-0A72-9761-515AE01429AA}"/>
              </a:ext>
            </a:extLst>
          </p:cNvPr>
          <p:cNvSpPr/>
          <p:nvPr/>
        </p:nvSpPr>
        <p:spPr>
          <a:xfrm>
            <a:off x="1954796" y="1609706"/>
            <a:ext cx="1109171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4" name="Rettangolo con angoli arrotondati 143">
            <a:extLst>
              <a:ext uri="{FF2B5EF4-FFF2-40B4-BE49-F238E27FC236}">
                <a16:creationId xmlns:a16="http://schemas.microsoft.com/office/drawing/2014/main" id="{213A54FD-8129-F86B-44D3-3C70471092D0}"/>
              </a:ext>
            </a:extLst>
          </p:cNvPr>
          <p:cNvSpPr/>
          <p:nvPr/>
        </p:nvSpPr>
        <p:spPr>
          <a:xfrm>
            <a:off x="3508667" y="1609706"/>
            <a:ext cx="1083568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DE536C9D-97F3-E4C4-62F9-6A8B39C6DC3D}"/>
              </a:ext>
            </a:extLst>
          </p:cNvPr>
          <p:cNvSpPr txBox="1"/>
          <p:nvPr/>
        </p:nvSpPr>
        <p:spPr>
          <a:xfrm>
            <a:off x="1895481" y="1707168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146" name="Connettore 2 145">
            <a:extLst>
              <a:ext uri="{FF2B5EF4-FFF2-40B4-BE49-F238E27FC236}">
                <a16:creationId xmlns:a16="http://schemas.microsoft.com/office/drawing/2014/main" id="{3C190ECB-42CD-2074-794F-DA134FB1DB7A}"/>
              </a:ext>
            </a:extLst>
          </p:cNvPr>
          <p:cNvCxnSpPr>
            <a:cxnSpLocks/>
            <a:stCxn id="142" idx="3"/>
            <a:endCxn id="143" idx="1"/>
          </p:cNvCxnSpPr>
          <p:nvPr/>
        </p:nvCxnSpPr>
        <p:spPr>
          <a:xfrm flipV="1">
            <a:off x="1583947" y="1891834"/>
            <a:ext cx="370849" cy="148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>
            <a:extLst>
              <a:ext uri="{FF2B5EF4-FFF2-40B4-BE49-F238E27FC236}">
                <a16:creationId xmlns:a16="http://schemas.microsoft.com/office/drawing/2014/main" id="{0F6B5B92-BEA7-350E-6B57-7C6CCA3E4D85}"/>
              </a:ext>
            </a:extLst>
          </p:cNvPr>
          <p:cNvCxnSpPr>
            <a:cxnSpLocks/>
            <a:stCxn id="143" idx="3"/>
            <a:endCxn id="144" idx="1"/>
          </p:cNvCxnSpPr>
          <p:nvPr/>
        </p:nvCxnSpPr>
        <p:spPr>
          <a:xfrm>
            <a:off x="3063967" y="1891834"/>
            <a:ext cx="4447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51">
            <a:extLst>
              <a:ext uri="{FF2B5EF4-FFF2-40B4-BE49-F238E27FC236}">
                <a16:creationId xmlns:a16="http://schemas.microsoft.com/office/drawing/2014/main" id="{FF1476F4-E61E-6FE5-FEBE-11FFFF397EF9}"/>
              </a:ext>
            </a:extLst>
          </p:cNvPr>
          <p:cNvCxnSpPr>
            <a:cxnSpLocks/>
            <a:stCxn id="144" idx="3"/>
            <a:endCxn id="155" idx="1"/>
          </p:cNvCxnSpPr>
          <p:nvPr/>
        </p:nvCxnSpPr>
        <p:spPr>
          <a:xfrm flipV="1">
            <a:off x="4592235" y="1891589"/>
            <a:ext cx="423772" cy="2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ttangolo con angoli arrotondati 154">
            <a:extLst>
              <a:ext uri="{FF2B5EF4-FFF2-40B4-BE49-F238E27FC236}">
                <a16:creationId xmlns:a16="http://schemas.microsoft.com/office/drawing/2014/main" id="{995720E2-141D-DEE3-8807-0C44480FD4A3}"/>
              </a:ext>
            </a:extLst>
          </p:cNvPr>
          <p:cNvSpPr/>
          <p:nvPr/>
        </p:nvSpPr>
        <p:spPr>
          <a:xfrm>
            <a:off x="5016007" y="1609461"/>
            <a:ext cx="1446786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8" name="Connettore 2 157">
            <a:extLst>
              <a:ext uri="{FF2B5EF4-FFF2-40B4-BE49-F238E27FC236}">
                <a16:creationId xmlns:a16="http://schemas.microsoft.com/office/drawing/2014/main" id="{6612C2DA-77C4-2355-9096-0D744B3BD242}"/>
              </a:ext>
            </a:extLst>
          </p:cNvPr>
          <p:cNvCxnSpPr>
            <a:cxnSpLocks/>
            <a:stCxn id="155" idx="3"/>
            <a:endCxn id="160" idx="1"/>
          </p:cNvCxnSpPr>
          <p:nvPr/>
        </p:nvCxnSpPr>
        <p:spPr>
          <a:xfrm flipV="1">
            <a:off x="6462793" y="1890488"/>
            <a:ext cx="296351" cy="11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ttangolo con angoli arrotondati 159">
            <a:extLst>
              <a:ext uri="{FF2B5EF4-FFF2-40B4-BE49-F238E27FC236}">
                <a16:creationId xmlns:a16="http://schemas.microsoft.com/office/drawing/2014/main" id="{F9DAAF2B-C39F-71F6-5ADA-CCD19C9D3564}"/>
              </a:ext>
            </a:extLst>
          </p:cNvPr>
          <p:cNvSpPr/>
          <p:nvPr/>
        </p:nvSpPr>
        <p:spPr>
          <a:xfrm>
            <a:off x="6759144" y="1608360"/>
            <a:ext cx="1083568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36418FE1-50D6-80C3-5D29-8E1CB2DFB6F4}"/>
              </a:ext>
            </a:extLst>
          </p:cNvPr>
          <p:cNvSpPr txBox="1"/>
          <p:nvPr/>
        </p:nvSpPr>
        <p:spPr>
          <a:xfrm>
            <a:off x="3455744" y="1713839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9BAAFE7E-2A96-B6C8-A911-A9E391967153}"/>
              </a:ext>
            </a:extLst>
          </p:cNvPr>
          <p:cNvSpPr/>
          <p:nvPr/>
        </p:nvSpPr>
        <p:spPr>
          <a:xfrm>
            <a:off x="8367379" y="1608359"/>
            <a:ext cx="1044330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CBF16B47-4BC7-FF8C-4465-C81FE9762F44}"/>
              </a:ext>
            </a:extLst>
          </p:cNvPr>
          <p:cNvSpPr/>
          <p:nvPr/>
        </p:nvSpPr>
        <p:spPr>
          <a:xfrm>
            <a:off x="10050737" y="1609462"/>
            <a:ext cx="1377854" cy="56425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6" name="CasellaDiTesto 185">
            <a:extLst>
              <a:ext uri="{FF2B5EF4-FFF2-40B4-BE49-F238E27FC236}">
                <a16:creationId xmlns:a16="http://schemas.microsoft.com/office/drawing/2014/main" id="{0CAB5ACE-C265-5B33-A3F9-CCC5B56FACB2}"/>
              </a:ext>
            </a:extLst>
          </p:cNvPr>
          <p:cNvSpPr txBox="1"/>
          <p:nvPr/>
        </p:nvSpPr>
        <p:spPr>
          <a:xfrm>
            <a:off x="6695528" y="1698458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187" name="Connettore 2 186">
            <a:extLst>
              <a:ext uri="{FF2B5EF4-FFF2-40B4-BE49-F238E27FC236}">
                <a16:creationId xmlns:a16="http://schemas.microsoft.com/office/drawing/2014/main" id="{0CDC9965-1E33-3FAD-183D-19075EF46AA4}"/>
              </a:ext>
            </a:extLst>
          </p:cNvPr>
          <p:cNvCxnSpPr>
            <a:cxnSpLocks/>
            <a:stCxn id="160" idx="3"/>
            <a:endCxn id="183" idx="1"/>
          </p:cNvCxnSpPr>
          <p:nvPr/>
        </p:nvCxnSpPr>
        <p:spPr>
          <a:xfrm flipV="1">
            <a:off x="7842712" y="1890487"/>
            <a:ext cx="52466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CasellaDiTesto 191">
            <a:extLst>
              <a:ext uri="{FF2B5EF4-FFF2-40B4-BE49-F238E27FC236}">
                <a16:creationId xmlns:a16="http://schemas.microsoft.com/office/drawing/2014/main" id="{B7501CC7-E5AD-10AA-7BE8-C0EFA51C94CC}"/>
              </a:ext>
            </a:extLst>
          </p:cNvPr>
          <p:cNvSpPr txBox="1"/>
          <p:nvPr/>
        </p:nvSpPr>
        <p:spPr>
          <a:xfrm>
            <a:off x="611444" y="1719511"/>
            <a:ext cx="994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202" name="CasellaDiTesto 201">
            <a:extLst>
              <a:ext uri="{FF2B5EF4-FFF2-40B4-BE49-F238E27FC236}">
                <a16:creationId xmlns:a16="http://schemas.microsoft.com/office/drawing/2014/main" id="{1A8544BD-CB20-8E85-A2E9-4A354981D7B6}"/>
              </a:ext>
            </a:extLst>
          </p:cNvPr>
          <p:cNvSpPr txBox="1"/>
          <p:nvPr/>
        </p:nvSpPr>
        <p:spPr>
          <a:xfrm>
            <a:off x="4931371" y="1698458"/>
            <a:ext cx="156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Down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Sampl</a:t>
            </a:r>
            <a:r>
              <a:rPr lang="it-IT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2" name="CasellaDiTesto 211">
            <a:extLst>
              <a:ext uri="{FF2B5EF4-FFF2-40B4-BE49-F238E27FC236}">
                <a16:creationId xmlns:a16="http://schemas.microsoft.com/office/drawing/2014/main" id="{1F1E8CD6-64A4-0567-3076-B19B134A700B}"/>
              </a:ext>
            </a:extLst>
          </p:cNvPr>
          <p:cNvSpPr txBox="1"/>
          <p:nvPr/>
        </p:nvSpPr>
        <p:spPr>
          <a:xfrm>
            <a:off x="8266417" y="1713839"/>
            <a:ext cx="118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R. BLOCK</a:t>
            </a:r>
          </a:p>
        </p:txBody>
      </p:sp>
      <p:cxnSp>
        <p:nvCxnSpPr>
          <p:cNvPr id="213" name="Connettore 2 212">
            <a:extLst>
              <a:ext uri="{FF2B5EF4-FFF2-40B4-BE49-F238E27FC236}">
                <a16:creationId xmlns:a16="http://schemas.microsoft.com/office/drawing/2014/main" id="{17EC5BCF-5ABF-12B0-AF55-328ADD0F3ECF}"/>
              </a:ext>
            </a:extLst>
          </p:cNvPr>
          <p:cNvCxnSpPr>
            <a:cxnSpLocks/>
            <a:stCxn id="183" idx="3"/>
            <a:endCxn id="184" idx="1"/>
          </p:cNvCxnSpPr>
          <p:nvPr/>
        </p:nvCxnSpPr>
        <p:spPr>
          <a:xfrm>
            <a:off x="9411709" y="1890487"/>
            <a:ext cx="639028" cy="11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CasellaDiTesto 215">
            <a:extLst>
              <a:ext uri="{FF2B5EF4-FFF2-40B4-BE49-F238E27FC236}">
                <a16:creationId xmlns:a16="http://schemas.microsoft.com/office/drawing/2014/main" id="{FACE54E0-108A-9252-2B2A-8F87A717D6D3}"/>
              </a:ext>
            </a:extLst>
          </p:cNvPr>
          <p:cNvSpPr txBox="1"/>
          <p:nvPr/>
        </p:nvSpPr>
        <p:spPr>
          <a:xfrm>
            <a:off x="9947309" y="1698458"/>
            <a:ext cx="156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>
                <a:latin typeface="+mj-lt"/>
                <a:cs typeface="Times New Roman" panose="02020603050405020304" pitchFamily="18" charset="0"/>
              </a:rPr>
              <a:t>Down </a:t>
            </a:r>
            <a:r>
              <a:rPr lang="it-IT" err="1">
                <a:latin typeface="+mj-lt"/>
                <a:cs typeface="Times New Roman" panose="02020603050405020304" pitchFamily="18" charset="0"/>
              </a:rPr>
              <a:t>Sampl</a:t>
            </a:r>
            <a:r>
              <a:rPr lang="it-IT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220" name="Connettore 2 219">
            <a:extLst>
              <a:ext uri="{FF2B5EF4-FFF2-40B4-BE49-F238E27FC236}">
                <a16:creationId xmlns:a16="http://schemas.microsoft.com/office/drawing/2014/main" id="{CC450B8B-956D-2504-25C0-55D05F3349DB}"/>
              </a:ext>
            </a:extLst>
          </p:cNvPr>
          <p:cNvCxnSpPr>
            <a:cxnSpLocks/>
            <a:stCxn id="184" idx="3"/>
            <a:endCxn id="2" idx="3"/>
          </p:cNvCxnSpPr>
          <p:nvPr/>
        </p:nvCxnSpPr>
        <p:spPr>
          <a:xfrm flipV="1">
            <a:off x="11428591" y="1817189"/>
            <a:ext cx="364015" cy="744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ttore 2 226">
            <a:extLst>
              <a:ext uri="{FF2B5EF4-FFF2-40B4-BE49-F238E27FC236}">
                <a16:creationId xmlns:a16="http://schemas.microsoft.com/office/drawing/2014/main" id="{9A3A9FEC-4B20-3632-DF02-18371B54DCFC}"/>
              </a:ext>
            </a:extLst>
          </p:cNvPr>
          <p:cNvCxnSpPr>
            <a:cxnSpLocks/>
            <a:stCxn id="2" idx="1"/>
            <a:endCxn id="142" idx="1"/>
          </p:cNvCxnSpPr>
          <p:nvPr/>
        </p:nvCxnSpPr>
        <p:spPr>
          <a:xfrm>
            <a:off x="411402" y="1817189"/>
            <a:ext cx="268633" cy="7613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6184BD6B-4EF4-2AB5-B595-AF7D7DA8283E}"/>
              </a:ext>
            </a:extLst>
          </p:cNvPr>
          <p:cNvSpPr/>
          <p:nvPr/>
        </p:nvSpPr>
        <p:spPr>
          <a:xfrm>
            <a:off x="408599" y="1061731"/>
            <a:ext cx="11381204" cy="1527048"/>
          </a:xfrm>
          <a:prstGeom prst="roundRect">
            <a:avLst/>
          </a:prstGeom>
          <a:solidFill>
            <a:schemeClr val="accent1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A6858078-EDA6-88F7-54C6-93DECDF05C38}"/>
              </a:ext>
            </a:extLst>
          </p:cNvPr>
          <p:cNvSpPr>
            <a:spLocks/>
          </p:cNvSpPr>
          <p:nvPr/>
        </p:nvSpPr>
        <p:spPr>
          <a:xfrm>
            <a:off x="410757" y="2838064"/>
            <a:ext cx="11381205" cy="162717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05E42DF4-067F-4D81-AD7B-755EEC4FBADE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Focus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7C94E668-D5B6-7AAD-0999-0E889D38186C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1832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788A9-282A-D83E-CAE8-CC9C9700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5A257CFD-6AC3-3250-143E-6FD3EB1BC2FD}"/>
              </a:ext>
            </a:extLst>
          </p:cNvPr>
          <p:cNvSpPr/>
          <p:nvPr/>
        </p:nvSpPr>
        <p:spPr>
          <a:xfrm>
            <a:off x="587859" y="3842481"/>
            <a:ext cx="6958569" cy="21962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2D38A001-4ED6-2833-346D-ECCD8144EB83}"/>
              </a:ext>
            </a:extLst>
          </p:cNvPr>
          <p:cNvSpPr/>
          <p:nvPr/>
        </p:nvSpPr>
        <p:spPr>
          <a:xfrm>
            <a:off x="3151338" y="1966224"/>
            <a:ext cx="1041437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33410C68-0D0A-7420-710A-43F54FE246EA}"/>
              </a:ext>
            </a:extLst>
          </p:cNvPr>
          <p:cNvSpPr/>
          <p:nvPr/>
        </p:nvSpPr>
        <p:spPr>
          <a:xfrm>
            <a:off x="4418137" y="1603317"/>
            <a:ext cx="2991887" cy="119097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1683D52A-C63B-466F-4E43-FCF1D606A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56" y="1807150"/>
            <a:ext cx="1871212" cy="758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F8A7E8B3-1605-FF91-47FA-59C1E553C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527" y="5359542"/>
            <a:ext cx="1371600" cy="457200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CB7A943E-439C-781A-E949-4BBAC006E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27" y="5433385"/>
            <a:ext cx="1371600" cy="457200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30AFB241-1582-D37B-1E3C-41FA96098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27" y="4731897"/>
            <a:ext cx="1371600" cy="457200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35AE4E2F-FE7E-8EE1-2433-29ED0175CE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247" y="4702257"/>
            <a:ext cx="1371600" cy="457200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75E0A29D-727D-BC4F-6C44-1F7EC75929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124" y="2179629"/>
            <a:ext cx="1517634" cy="505878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C446150E-8907-2092-1C2E-8B4A5FD67F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881" y="4048648"/>
            <a:ext cx="1371600" cy="457200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430EB457-1063-5D39-ABA2-02065F8F9C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364" y="4103283"/>
            <a:ext cx="1371600" cy="457200"/>
          </a:xfrm>
          <a:prstGeom prst="rect">
            <a:avLst/>
          </a:prstGeom>
        </p:spPr>
      </p:pic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76E44C3C-7923-AAB6-2F2D-EDA866F1AD2F}"/>
              </a:ext>
            </a:extLst>
          </p:cNvPr>
          <p:cNvSpPr txBox="1"/>
          <p:nvPr/>
        </p:nvSpPr>
        <p:spPr>
          <a:xfrm>
            <a:off x="4983962" y="1694059"/>
            <a:ext cx="17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cs typeface="Times New Roman" panose="02020603050405020304" pitchFamily="18" charset="0"/>
              </a:rPr>
              <a:t>Augmentation</a:t>
            </a:r>
            <a:endParaRPr lang="it-IT"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B48CE02-BAE6-2744-1BAC-F37F685F45BD}"/>
              </a:ext>
            </a:extLst>
          </p:cNvPr>
          <p:cNvSpPr txBox="1"/>
          <p:nvPr/>
        </p:nvSpPr>
        <p:spPr>
          <a:xfrm>
            <a:off x="683256" y="3811105"/>
            <a:ext cx="25380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ColorJitter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RandomRotation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RandomAffine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RandomPerspective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GaussianBlur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9" name="Freccia bidirezionale orizzontale 48">
            <a:extLst>
              <a:ext uri="{FF2B5EF4-FFF2-40B4-BE49-F238E27FC236}">
                <a16:creationId xmlns:a16="http://schemas.microsoft.com/office/drawing/2014/main" id="{216597AE-502A-E6A0-50D5-83BFBC354718}"/>
              </a:ext>
            </a:extLst>
          </p:cNvPr>
          <p:cNvSpPr/>
          <p:nvPr/>
        </p:nvSpPr>
        <p:spPr>
          <a:xfrm rot="18014069">
            <a:off x="3674977" y="3088812"/>
            <a:ext cx="1039383" cy="466344"/>
          </a:xfrm>
          <a:prstGeom prst="left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C51B1EDF-DF15-1414-C64F-5ADB4CCC8961}"/>
              </a:ext>
            </a:extLst>
          </p:cNvPr>
          <p:cNvSpPr/>
          <p:nvPr/>
        </p:nvSpPr>
        <p:spPr>
          <a:xfrm>
            <a:off x="587859" y="3856966"/>
            <a:ext cx="6958569" cy="2196267"/>
          </a:xfrm>
          <a:prstGeom prst="roundRect">
            <a:avLst/>
          </a:prstGeom>
          <a:solidFill>
            <a:schemeClr val="bg2">
              <a:lumMod val="9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BB12069-69A2-3E4B-754A-09467CF18919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Data Augmentation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7C48341-DD26-610F-599B-CAEE0629642F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3461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A2E-0E57-EA34-BCA8-00276E2D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6477F311-5836-B132-BE47-0F13C8C9843D}"/>
              </a:ext>
            </a:extLst>
          </p:cNvPr>
          <p:cNvSpPr/>
          <p:nvPr/>
        </p:nvSpPr>
        <p:spPr>
          <a:xfrm>
            <a:off x="587859" y="3842481"/>
            <a:ext cx="6958569" cy="21962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E838BA1A-047C-F89F-95D4-515710B0CB66}"/>
              </a:ext>
            </a:extLst>
          </p:cNvPr>
          <p:cNvSpPr/>
          <p:nvPr/>
        </p:nvSpPr>
        <p:spPr>
          <a:xfrm>
            <a:off x="3151338" y="1966224"/>
            <a:ext cx="1041437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E00E626-3CA9-2E94-0EA0-EE2E7EC5167C}"/>
              </a:ext>
            </a:extLst>
          </p:cNvPr>
          <p:cNvSpPr/>
          <p:nvPr/>
        </p:nvSpPr>
        <p:spPr>
          <a:xfrm>
            <a:off x="4418137" y="1603317"/>
            <a:ext cx="2991887" cy="119097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C6C38D63-0C93-3D42-93A6-073798C3C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56" y="1807150"/>
            <a:ext cx="1871212" cy="758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A434949E-2A01-B547-E24F-094F78853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527" y="5359542"/>
            <a:ext cx="1371600" cy="457200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738B67DD-4D92-980C-E3E0-278A4DDE3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27" y="5433385"/>
            <a:ext cx="1371600" cy="457200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68B905CD-5A4A-674E-B098-9B3923579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27" y="4731897"/>
            <a:ext cx="1371600" cy="457200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E2ECF4FD-AC86-6F53-B9A7-F8B1524539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247" y="4702257"/>
            <a:ext cx="1371600" cy="457200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F65AC8F7-91B9-0F98-6E63-9144115A3A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124" y="2179629"/>
            <a:ext cx="1517634" cy="505878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830AA35F-4196-FFA5-B6CB-9B6760040A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881" y="4048648"/>
            <a:ext cx="1371600" cy="457200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C6A9774D-E95F-0801-0431-E3CD1D1C53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364" y="4103283"/>
            <a:ext cx="1371600" cy="457200"/>
          </a:xfrm>
          <a:prstGeom prst="rect">
            <a:avLst/>
          </a:prstGeom>
        </p:spPr>
      </p:pic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1793F931-E75E-AA66-4D45-433E34792B68}"/>
              </a:ext>
            </a:extLst>
          </p:cNvPr>
          <p:cNvSpPr txBox="1"/>
          <p:nvPr/>
        </p:nvSpPr>
        <p:spPr>
          <a:xfrm>
            <a:off x="4983962" y="1694059"/>
            <a:ext cx="17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cs typeface="Times New Roman" panose="02020603050405020304" pitchFamily="18" charset="0"/>
              </a:rPr>
              <a:t>Augmentation</a:t>
            </a:r>
            <a:endParaRPr lang="it-IT"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ED0D62E-A493-A455-C6A5-0170B42F9DAE}"/>
              </a:ext>
            </a:extLst>
          </p:cNvPr>
          <p:cNvSpPr txBox="1"/>
          <p:nvPr/>
        </p:nvSpPr>
        <p:spPr>
          <a:xfrm>
            <a:off x="683256" y="3811105"/>
            <a:ext cx="25380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ColorJitter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RandomRotation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RandomAffine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RandomPerspective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GaussianBlur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9" name="Freccia bidirezionale orizzontale 48">
            <a:extLst>
              <a:ext uri="{FF2B5EF4-FFF2-40B4-BE49-F238E27FC236}">
                <a16:creationId xmlns:a16="http://schemas.microsoft.com/office/drawing/2014/main" id="{2AA6FDFC-6506-1B12-1545-53A4E6ED1471}"/>
              </a:ext>
            </a:extLst>
          </p:cNvPr>
          <p:cNvSpPr/>
          <p:nvPr/>
        </p:nvSpPr>
        <p:spPr>
          <a:xfrm rot="18014069">
            <a:off x="3674977" y="3088812"/>
            <a:ext cx="1039383" cy="466344"/>
          </a:xfrm>
          <a:prstGeom prst="left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7644095-7857-BAF0-293E-683B59CAA94B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Data Augmentation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66DA58C-7ED1-A937-71D8-232299BEEBF3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47006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1D192-E131-B05E-5354-AD7F0257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5CEE4779-17C3-B221-AB58-D3865C2531FA}"/>
              </a:ext>
            </a:extLst>
          </p:cNvPr>
          <p:cNvSpPr/>
          <p:nvPr/>
        </p:nvSpPr>
        <p:spPr>
          <a:xfrm>
            <a:off x="587859" y="3842481"/>
            <a:ext cx="6958569" cy="21962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numero diapositiva 3">
            <a:extLst>
              <a:ext uri="{FF2B5EF4-FFF2-40B4-BE49-F238E27FC236}">
                <a16:creationId xmlns:a16="http://schemas.microsoft.com/office/drawing/2014/main" id="{6D708E29-D8F9-EF7C-087D-0D23BA8B1C54}"/>
              </a:ext>
            </a:extLst>
          </p:cNvPr>
          <p:cNvSpPr txBox="1">
            <a:spLocks/>
          </p:cNvSpPr>
          <p:nvPr/>
        </p:nvSpPr>
        <p:spPr>
          <a:xfrm>
            <a:off x="-175492" y="649287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600">
                <a:solidFill>
                  <a:schemeClr val="bg1"/>
                </a:solidFill>
              </a:rPr>
              <a:t>Computer Vision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8681613-256B-14E7-B21F-F5A811E7076B}"/>
              </a:ext>
            </a:extLst>
          </p:cNvPr>
          <p:cNvSpPr/>
          <p:nvPr/>
        </p:nvSpPr>
        <p:spPr>
          <a:xfrm>
            <a:off x="8946931" y="1559804"/>
            <a:ext cx="1819656" cy="11909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875C981-E26F-8864-675A-E49AABC67BAD}"/>
              </a:ext>
            </a:extLst>
          </p:cNvPr>
          <p:cNvSpPr txBox="1"/>
          <p:nvPr/>
        </p:nvSpPr>
        <p:spPr>
          <a:xfrm>
            <a:off x="8956764" y="1909348"/>
            <a:ext cx="1819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>
                <a:latin typeface="+mj-lt"/>
                <a:cs typeface="Times New Roman" panose="02020603050405020304" pitchFamily="18" charset="0"/>
              </a:rPr>
              <a:t>PDLPR</a:t>
            </a:r>
          </a:p>
        </p:txBody>
      </p:sp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A223CC5F-29E2-F46F-549C-A91FC93B4212}"/>
              </a:ext>
            </a:extLst>
          </p:cNvPr>
          <p:cNvSpPr/>
          <p:nvPr/>
        </p:nvSpPr>
        <p:spPr>
          <a:xfrm rot="5400000">
            <a:off x="9366893" y="3240484"/>
            <a:ext cx="1041437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883584DB-C206-6154-9868-EE2DA57F8DE6}"/>
              </a:ext>
            </a:extLst>
          </p:cNvPr>
          <p:cNvSpPr/>
          <p:nvPr/>
        </p:nvSpPr>
        <p:spPr>
          <a:xfrm>
            <a:off x="3151338" y="1966224"/>
            <a:ext cx="1041437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5EE25FB-B18F-7C2D-FDEE-3B5154893005}"/>
              </a:ext>
            </a:extLst>
          </p:cNvPr>
          <p:cNvSpPr/>
          <p:nvPr/>
        </p:nvSpPr>
        <p:spPr>
          <a:xfrm>
            <a:off x="9247875" y="4218598"/>
            <a:ext cx="13167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FC6ADEE-AF54-621B-8E8A-7CAF98F661EB}"/>
              </a:ext>
            </a:extLst>
          </p:cNvPr>
          <p:cNvSpPr txBox="1"/>
          <p:nvPr/>
        </p:nvSpPr>
        <p:spPr>
          <a:xfrm>
            <a:off x="9188439" y="4204112"/>
            <a:ext cx="143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it-IT" sz="2000"/>
              <a:t>皖</a:t>
            </a:r>
            <a:r>
              <a:rPr 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ACN822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1E1FA6B6-CAF2-D4E8-0FD0-91A0D5DFA529}"/>
              </a:ext>
            </a:extLst>
          </p:cNvPr>
          <p:cNvSpPr/>
          <p:nvPr/>
        </p:nvSpPr>
        <p:spPr>
          <a:xfrm>
            <a:off x="4418137" y="1603317"/>
            <a:ext cx="2991887" cy="119097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C29F194B-5791-5388-36F6-544743B46EDC}"/>
              </a:ext>
            </a:extLst>
          </p:cNvPr>
          <p:cNvSpPr/>
          <p:nvPr/>
        </p:nvSpPr>
        <p:spPr>
          <a:xfrm>
            <a:off x="7770933" y="1971806"/>
            <a:ext cx="1041437" cy="466344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DC6BEF9-C04A-7D6E-7D95-DD7AD146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56" y="1807150"/>
            <a:ext cx="1871212" cy="758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EE72664B-AFC1-71C9-C4C7-7A0D0D23E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527" y="5359542"/>
            <a:ext cx="1371600" cy="457200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4DBD61F8-5F61-B8C1-3648-AA6575E70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27" y="5433385"/>
            <a:ext cx="1371600" cy="457200"/>
          </a:xfrm>
          <a:prstGeom prst="rect">
            <a:avLst/>
          </a:prstGeom>
        </p:spPr>
      </p:pic>
      <p:pic>
        <p:nvPicPr>
          <p:cNvPr id="36" name="Immagine 35">
            <a:extLst>
              <a:ext uri="{FF2B5EF4-FFF2-40B4-BE49-F238E27FC236}">
                <a16:creationId xmlns:a16="http://schemas.microsoft.com/office/drawing/2014/main" id="{3F10B7F0-AA35-D917-2AF4-3CD3D1AF1A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27" y="4731897"/>
            <a:ext cx="1371600" cy="457200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48323392-E5C3-A5B6-181A-13155E568F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247" y="4702257"/>
            <a:ext cx="1371600" cy="457200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4E2DBFA9-81F5-097E-56D7-FA20F1D9FF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124" y="2179629"/>
            <a:ext cx="1517634" cy="505878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6C26EF91-9508-36BD-667A-E239EE0316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881" y="4048648"/>
            <a:ext cx="1371600" cy="457200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86074117-0E1C-B305-BA70-8B8AE9C184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364" y="4103283"/>
            <a:ext cx="1371600" cy="457200"/>
          </a:xfrm>
          <a:prstGeom prst="rect">
            <a:avLst/>
          </a:prstGeom>
        </p:spPr>
      </p:pic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2682FF1E-2281-D7B5-C9F5-4A725AB5F194}"/>
              </a:ext>
            </a:extLst>
          </p:cNvPr>
          <p:cNvSpPr txBox="1"/>
          <p:nvPr/>
        </p:nvSpPr>
        <p:spPr>
          <a:xfrm>
            <a:off x="4983962" y="1694059"/>
            <a:ext cx="173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cs typeface="Times New Roman" panose="02020603050405020304" pitchFamily="18" charset="0"/>
              </a:rPr>
              <a:t>Augmentation</a:t>
            </a:r>
            <a:endParaRPr lang="it-IT"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4AAFF2C-029B-9A65-22DB-13D636F4FE79}"/>
              </a:ext>
            </a:extLst>
          </p:cNvPr>
          <p:cNvSpPr txBox="1"/>
          <p:nvPr/>
        </p:nvSpPr>
        <p:spPr>
          <a:xfrm>
            <a:off x="683256" y="3811105"/>
            <a:ext cx="2538000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ColorJitter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RandomRotation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RandomAffine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RandomPerspective</a:t>
            </a:r>
            <a:endParaRPr lang="it-IT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err="1">
                <a:latin typeface="+mj-lt"/>
                <a:cs typeface="Times New Roman" panose="02020603050405020304" pitchFamily="18" charset="0"/>
              </a:rPr>
              <a:t>GaussianBlur</a:t>
            </a:r>
            <a:endParaRPr lang="it-IT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9" name="Freccia bidirezionale orizzontale 48">
            <a:extLst>
              <a:ext uri="{FF2B5EF4-FFF2-40B4-BE49-F238E27FC236}">
                <a16:creationId xmlns:a16="http://schemas.microsoft.com/office/drawing/2014/main" id="{0D113353-6928-BC6C-1062-CD4FA00D7E50}"/>
              </a:ext>
            </a:extLst>
          </p:cNvPr>
          <p:cNvSpPr/>
          <p:nvPr/>
        </p:nvSpPr>
        <p:spPr>
          <a:xfrm rot="18014069">
            <a:off x="3674977" y="3088812"/>
            <a:ext cx="1039383" cy="466344"/>
          </a:xfrm>
          <a:prstGeom prst="left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50E4131E-D179-797D-1B25-6FE6F96A3095}"/>
              </a:ext>
            </a:extLst>
          </p:cNvPr>
          <p:cNvSpPr/>
          <p:nvPr/>
        </p:nvSpPr>
        <p:spPr>
          <a:xfrm>
            <a:off x="587859" y="3856966"/>
            <a:ext cx="6958569" cy="2196267"/>
          </a:xfrm>
          <a:prstGeom prst="roundRect">
            <a:avLst/>
          </a:prstGeom>
          <a:solidFill>
            <a:schemeClr val="bg2">
              <a:lumMod val="90000"/>
              <a:alpha val="9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258BB40-E146-D43B-5408-B0FF6427E82F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Data Augmentation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9B239EB-FD28-89B7-9A28-1E1725ADD903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09888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2FD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7210B-341C-3762-6898-CBBFDB6A1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D098DCE-80F7-93A2-A567-8C5CDE52C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61" y="879479"/>
            <a:ext cx="6741125" cy="3370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577103C-1476-16AE-AEEC-F179DDB190C2}"/>
                  </a:ext>
                </a:extLst>
              </p:cNvPr>
              <p:cNvSpPr txBox="1"/>
              <p:nvPr/>
            </p:nvSpPr>
            <p:spPr>
              <a:xfrm>
                <a:off x="422031" y="1221469"/>
                <a:ext cx="3647275" cy="2970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it-IT" b="1" err="1">
                    <a:cs typeface="Times New Roman" panose="02020603050405020304" pitchFamily="18" charset="0"/>
                  </a:rPr>
                  <a:t>Parameters</a:t>
                </a:r>
                <a:r>
                  <a:rPr lang="it-IT" b="1">
                    <a:cs typeface="Times New Roman" panose="02020603050405020304" pitchFamily="18" charset="0"/>
                  </a:rPr>
                  <a:t>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err="1">
                    <a:cs typeface="Times New Roman" panose="02020603050405020304" pitchFamily="18" charset="0"/>
                  </a:rPr>
                  <a:t>Dimensions</a:t>
                </a:r>
                <a:r>
                  <a:rPr lang="it-IT">
                    <a:cs typeface="Times New Roman" panose="02020603050405020304" pitchFamily="18" charset="0"/>
                  </a:rPr>
                  <a:t>: 48·144·3 [h*w*</a:t>
                </a:r>
                <a:r>
                  <a:rPr lang="it-IT" err="1">
                    <a:cs typeface="Times New Roman" panose="02020603050405020304" pitchFamily="18" charset="0"/>
                  </a:rPr>
                  <a:t>ch</a:t>
                </a:r>
                <a:r>
                  <a:rPr lang="it-IT">
                    <a:cs typeface="Times New Roman" panose="02020603050405020304" pitchFamily="18" charset="0"/>
                  </a:rPr>
                  <a:t>]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err="1">
                    <a:cs typeface="Times New Roman" panose="02020603050405020304" pitchFamily="18" charset="0"/>
                  </a:rPr>
                  <a:t>Epochs</a:t>
                </a:r>
                <a:r>
                  <a:rPr lang="it-IT">
                    <a:cs typeface="Times New Roman" panose="02020603050405020304" pitchFamily="18" charset="0"/>
                  </a:rPr>
                  <a:t>: 40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>
                    <a:cs typeface="Times New Roman" panose="02020603050405020304" pitchFamily="18" charset="0"/>
                  </a:rPr>
                  <a:t>Learning rate: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it-IT"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t-IT" err="1">
                    <a:cs typeface="Times New Roman" panose="02020603050405020304" pitchFamily="18" charset="0"/>
                  </a:rPr>
                  <a:t>Optimizer</a:t>
                </a:r>
                <a:r>
                  <a:rPr lang="it-IT">
                    <a:cs typeface="Times New Roman" panose="02020603050405020304" pitchFamily="18" charset="0"/>
                  </a:rPr>
                  <a:t>: Adam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it-IT"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it-IT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577103C-1476-16AE-AEEC-F179DDB19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1" y="1221469"/>
                <a:ext cx="3647275" cy="2970237"/>
              </a:xfrm>
              <a:prstGeom prst="rect">
                <a:avLst/>
              </a:prstGeom>
              <a:blipFill>
                <a:blip r:embed="rId4"/>
                <a:stretch>
                  <a:fillRect l="-13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tangolo 1">
            <a:extLst>
              <a:ext uri="{FF2B5EF4-FFF2-40B4-BE49-F238E27FC236}">
                <a16:creationId xmlns:a16="http://schemas.microsoft.com/office/drawing/2014/main" id="{4C793E58-DF43-B4D4-594F-EC62E2B02D82}"/>
              </a:ext>
            </a:extLst>
          </p:cNvPr>
          <p:cNvSpPr/>
          <p:nvPr/>
        </p:nvSpPr>
        <p:spPr>
          <a:xfrm>
            <a:off x="0" y="0"/>
            <a:ext cx="12191999" cy="890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200" b="1">
                <a:cs typeface="Times New Roman" panose="02020603050405020304" pitchFamily="18" charset="0"/>
              </a:rPr>
              <a:t>	Training and Testing </a:t>
            </a:r>
            <a:r>
              <a:rPr lang="en-GB" sz="3200" b="1" noProof="0">
                <a:cs typeface="Times New Roman" panose="02020603050405020304" pitchFamily="18" charset="0"/>
              </a:rPr>
              <a:t>[PDLPR]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07E86BA-321C-914E-DB70-EA548348C6E6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/>
              <a:t>Computer Vision					   Project 4					                4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974446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C70642-0C22-42FA-8671-56AE1210D3F5}">
  <we:reference id="4b785c87-866c-4bad-85d8-5d1ae467ac9a" version="3.18.2.0" store="EXCatalog" storeType="EXCatalog"/>
  <we:alternateReferences>
    <we:reference id="WA104381909" version="3.18.2.0" store="it-I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1360</Words>
  <Application>Microsoft Macintosh PowerPoint</Application>
  <PresentationFormat>Widescreen</PresentationFormat>
  <Paragraphs>226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samuele tomassacci</dc:creator>
  <cp:lastModifiedBy>Giuseppe D'Addario</cp:lastModifiedBy>
  <cp:revision>32</cp:revision>
  <dcterms:created xsi:type="dcterms:W3CDTF">2025-01-10T17:36:00Z</dcterms:created>
  <dcterms:modified xsi:type="dcterms:W3CDTF">2025-07-20T16:09:30Z</dcterms:modified>
</cp:coreProperties>
</file>